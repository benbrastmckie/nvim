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8" r:id="rId4"/>
    <p:sldMasterId id="2147483943" r:id="rId5"/>
  </p:sldMasterIdLst>
  <p:notesMasterIdLst>
    <p:notesMasterId r:id="rId12"/>
  </p:notesMasterIdLst>
  <p:handoutMasterIdLst>
    <p:handoutMasterId r:id="rId13"/>
  </p:handoutMasterIdLst>
  <p:sldIdLst>
    <p:sldId id="277" r:id="rId6"/>
    <p:sldId id="262" r:id="rId7"/>
    <p:sldId id="280" r:id="rId8"/>
    <p:sldId id="281" r:id="rId9"/>
    <p:sldId id="282" r:id="rId10"/>
    <p:sldId id="278" r:id="rId11"/>
  </p:sldIdLst>
  <p:sldSz cx="9144000" cy="5143500" type="screen16x9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9" userDrawn="1">
          <p15:clr>
            <a:srgbClr val="A4A3A4"/>
          </p15:clr>
        </p15:guide>
        <p15:guide id="2" orient="horz" pos="2608" userDrawn="1">
          <p15:clr>
            <a:srgbClr val="A4A3A4"/>
          </p15:clr>
        </p15:guide>
        <p15:guide id="3" orient="horz" pos="3024" userDrawn="1">
          <p15:clr>
            <a:srgbClr val="A4A3A4"/>
          </p15:clr>
        </p15:guide>
        <p15:guide id="4" orient="horz" pos="1637" userDrawn="1">
          <p15:clr>
            <a:srgbClr val="A4A3A4"/>
          </p15:clr>
        </p15:guide>
        <p15:guide id="5" orient="horz" pos="215" userDrawn="1">
          <p15:clr>
            <a:srgbClr val="A4A3A4"/>
          </p15:clr>
        </p15:guide>
        <p15:guide id="6" orient="horz" pos="1103" userDrawn="1">
          <p15:clr>
            <a:srgbClr val="A4A3A4"/>
          </p15:clr>
        </p15:guide>
        <p15:guide id="7" orient="horz" pos="401" userDrawn="1">
          <p15:clr>
            <a:srgbClr val="A4A3A4"/>
          </p15:clr>
        </p15:guide>
        <p15:guide id="8" orient="horz" pos="2954" userDrawn="1">
          <p15:clr>
            <a:srgbClr val="A4A3A4"/>
          </p15:clr>
        </p15:guide>
        <p15:guide id="9" orient="horz" pos="173" userDrawn="1">
          <p15:clr>
            <a:srgbClr val="A4A3A4"/>
          </p15:clr>
        </p15:guide>
        <p15:guide id="10" pos="175" userDrawn="1">
          <p15:clr>
            <a:srgbClr val="A4A3A4"/>
          </p15:clr>
        </p15:guide>
        <p15:guide id="11" pos="5590" userDrawn="1">
          <p15:clr>
            <a:srgbClr val="A4A3A4"/>
          </p15:clr>
        </p15:guide>
        <p15:guide id="12" pos="2880" userDrawn="1">
          <p15:clr>
            <a:srgbClr val="A4A3A4"/>
          </p15:clr>
        </p15:guide>
        <p15:guide id="13" pos="776" userDrawn="1">
          <p15:clr>
            <a:srgbClr val="A4A3A4"/>
          </p15:clr>
        </p15:guide>
        <p15:guide id="14" pos="1411" userDrawn="1">
          <p15:clr>
            <a:srgbClr val="A4A3A4"/>
          </p15:clr>
        </p15:guide>
        <p15:guide id="15" pos="5287" userDrawn="1">
          <p15:clr>
            <a:srgbClr val="A4A3A4"/>
          </p15:clr>
        </p15:guide>
        <p15:guide id="16" pos="346" userDrawn="1">
          <p15:clr>
            <a:srgbClr val="A4A3A4"/>
          </p15:clr>
        </p15:guide>
        <p15:guide id="17" pos="409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92" userDrawn="1">
          <p15:clr>
            <a:srgbClr val="A4A3A4"/>
          </p15:clr>
        </p15:guide>
        <p15:guide id="2" orient="horz" pos="5542" userDrawn="1">
          <p15:clr>
            <a:srgbClr val="A4A3A4"/>
          </p15:clr>
        </p15:guide>
        <p15:guide id="3" orient="horz" pos="5777" userDrawn="1">
          <p15:clr>
            <a:srgbClr val="A4A3A4"/>
          </p15:clr>
        </p15:guide>
        <p15:guide id="4" pos="286" userDrawn="1">
          <p15:clr>
            <a:srgbClr val="A4A3A4"/>
          </p15:clr>
        </p15:guide>
        <p15:guide id="5" pos="403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62D0"/>
    <a:srgbClr val="052049"/>
    <a:srgbClr val="90BD31"/>
    <a:srgbClr val="18A3AC"/>
    <a:srgbClr val="178CCB"/>
    <a:srgbClr val="000000"/>
    <a:srgbClr val="EC1848"/>
    <a:srgbClr val="F48024"/>
    <a:srgbClr val="E8E7DE"/>
    <a:srgbClr val="F5F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9" autoAdjust="0"/>
    <p:restoredTop sz="86392" autoAdjust="0"/>
  </p:normalViewPr>
  <p:slideViewPr>
    <p:cSldViewPr snapToGrid="0" showGuides="1">
      <p:cViewPr varScale="1">
        <p:scale>
          <a:sx n="101" d="100"/>
          <a:sy n="101" d="100"/>
        </p:scale>
        <p:origin x="200" y="472"/>
      </p:cViewPr>
      <p:guideLst>
        <p:guide orient="horz" pos="789"/>
        <p:guide orient="horz" pos="2608"/>
        <p:guide orient="horz" pos="3024"/>
        <p:guide orient="horz" pos="1637"/>
        <p:guide orient="horz" pos="215"/>
        <p:guide orient="horz" pos="1103"/>
        <p:guide orient="horz" pos="401"/>
        <p:guide orient="horz" pos="2954"/>
        <p:guide orient="horz" pos="173"/>
        <p:guide pos="175"/>
        <p:guide pos="5590"/>
        <p:guide pos="2880"/>
        <p:guide pos="776"/>
        <p:guide pos="1411"/>
        <p:guide pos="5287"/>
        <p:guide pos="346"/>
        <p:guide pos="40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>
        <p:scale>
          <a:sx n="108" d="100"/>
          <a:sy n="108" d="100"/>
        </p:scale>
        <p:origin x="2576" y="-240"/>
      </p:cViewPr>
      <p:guideLst>
        <p:guide orient="horz" pos="2592"/>
        <p:guide orient="horz" pos="5542"/>
        <p:guide orient="horz" pos="5777"/>
        <p:guide pos="286"/>
        <p:guide pos="40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/>
          <p:cNvCxnSpPr/>
          <p:nvPr/>
        </p:nvCxnSpPr>
        <p:spPr>
          <a:xfrm>
            <a:off x="455585" y="8795705"/>
            <a:ext cx="59436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403350" y="8880855"/>
            <a:ext cx="281232" cy="105317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marL="0" algn="l" defTabSz="914400" rtl="0" eaLnBrk="1" latinLnBrk="0" hangingPunct="1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111E5896-917A-4035-A860-408E1EC3CD51}" type="slidenum">
              <a:rPr lang="en-US">
                <a:solidFill>
                  <a:srgbClr val="05204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solidFill>
                <a:srgbClr val="05204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02407" y="8866372"/>
            <a:ext cx="599982" cy="291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6536" y="8821324"/>
            <a:ext cx="2971800" cy="1315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/>
            </a:lvl1pPr>
          </a:lstStyle>
          <a:p>
            <a:r>
              <a:rPr lang="en-US" sz="800" dirty="0">
                <a:solidFill>
                  <a:srgbClr val="052049"/>
                </a:solidFill>
                <a:latin typeface="Arial" panose="020B0604020202020204" pitchFamily="34" charset="0"/>
              </a:rPr>
              <a:t>| [footer text here]</a:t>
            </a:r>
          </a:p>
        </p:txBody>
      </p:sp>
    </p:spTree>
    <p:extLst>
      <p:ext uri="{BB962C8B-B14F-4D97-AF65-F5344CB8AC3E}">
        <p14:creationId xmlns:p14="http://schemas.microsoft.com/office/powerpoint/2010/main" val="18283294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4000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41268" y="4080297"/>
            <a:ext cx="5961120" cy="4480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455585" y="8795705"/>
            <a:ext cx="59436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407" y="8866372"/>
            <a:ext cx="599982" cy="291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3350" y="8880855"/>
            <a:ext cx="281232" cy="105317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marL="0" algn="l" defTabSz="914400" rtl="0" eaLnBrk="1" latinLnBrk="0" hangingPunct="1">
              <a:defRPr lang="en-US" sz="800" b="0" i="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algn="r"/>
            <a:fld id="{111E5896-917A-4035-A860-408E1EC3CD51}" type="slidenum">
              <a:rPr lang="en-US" smtClean="0">
                <a:solidFill>
                  <a:srgbClr val="052049"/>
                </a:solidFill>
              </a:rPr>
              <a:pPr algn="r"/>
              <a:t>‹#›</a:t>
            </a:fld>
            <a:endParaRPr lang="en-US" dirty="0">
              <a:solidFill>
                <a:srgbClr val="052049"/>
              </a:solidFill>
            </a:endParaRP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4"/>
          </p:nvPr>
        </p:nvSpPr>
        <p:spPr>
          <a:xfrm>
            <a:off x="636536" y="8821324"/>
            <a:ext cx="2971800" cy="1315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r>
              <a:rPr lang="en-US" sz="800" dirty="0">
                <a:solidFill>
                  <a:srgbClr val="052049"/>
                </a:solidFill>
              </a:rPr>
              <a:t>| [footer text here]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"/>
          </p:nvPr>
        </p:nvSpPr>
        <p:spPr>
          <a:xfrm>
            <a:off x="3884613" y="3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EF798EC2-7587-174C-8F9B-BEC1CFBF2B9A}" type="datetimeFigureOut">
              <a:rPr lang="en-US" smtClean="0"/>
              <a:pPr/>
              <a:t>1/5/22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7483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114300" indent="-114300" algn="l" defTabSz="914400" rtl="0" eaLnBrk="1" latinLnBrk="0" hangingPunct="1">
      <a:spcBef>
        <a:spcPts val="800"/>
      </a:spcBef>
      <a:buClr>
        <a:srgbClr val="178CCB"/>
      </a:buClr>
      <a:buFont typeface="Arial" pitchFamily="34" charset="0"/>
      <a:buChar char="•"/>
      <a:defRPr sz="1200" b="0" i="0" kern="1200">
        <a:solidFill>
          <a:srgbClr val="052049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85750" indent="-112713" algn="l" defTabSz="914400" rtl="0" eaLnBrk="1" latinLnBrk="0" hangingPunct="1">
      <a:spcBef>
        <a:spcPts val="200"/>
      </a:spcBef>
      <a:buClr>
        <a:srgbClr val="178CCB"/>
      </a:buClr>
      <a:buFont typeface="Arial" pitchFamily="34" charset="0"/>
      <a:buChar char="•"/>
      <a:defRPr sz="1100" b="0" i="0" kern="1200">
        <a:solidFill>
          <a:srgbClr val="052049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403225" indent="-117475" algn="l" defTabSz="914400" rtl="0" eaLnBrk="1" latinLnBrk="0" hangingPunct="1">
      <a:spcBef>
        <a:spcPts val="200"/>
      </a:spcBef>
      <a:buClr>
        <a:srgbClr val="178CCB"/>
      </a:buClr>
      <a:buFont typeface="Arial" pitchFamily="34" charset="0"/>
      <a:buChar char="•"/>
      <a:defRPr sz="1050" b="0" i="0" kern="1200">
        <a:solidFill>
          <a:srgbClr val="052049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569913" indent="-112713" algn="l" defTabSz="914400" rtl="0" eaLnBrk="1" latinLnBrk="0" hangingPunct="1">
      <a:spcBef>
        <a:spcPts val="200"/>
      </a:spcBef>
      <a:buClr>
        <a:srgbClr val="178CCB"/>
      </a:buClr>
      <a:buFont typeface="Arial" pitchFamily="34" charset="0"/>
      <a:buChar char="•"/>
      <a:defRPr sz="1050" b="0" i="0" kern="1200">
        <a:solidFill>
          <a:srgbClr val="052049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457200" indent="114300" algn="l" defTabSz="914400" rtl="0" eaLnBrk="1" latinLnBrk="0" hangingPunct="1">
      <a:buFont typeface="Arial" pitchFamily="34" charset="0"/>
      <a:buChar char="•"/>
      <a:defRPr sz="105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111E5896-917A-4035-A860-408E1EC3CD51}" type="slidenum">
              <a:rPr lang="en-US" smtClean="0">
                <a:solidFill>
                  <a:srgbClr val="052049"/>
                </a:solidFill>
              </a:rPr>
              <a:pPr algn="r"/>
              <a:t>2</a:t>
            </a:fld>
            <a:endParaRPr lang="en-US" dirty="0">
              <a:solidFill>
                <a:srgbClr val="05204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>
                <a:solidFill>
                  <a:srgbClr val="052049"/>
                </a:solidFill>
              </a:rPr>
              <a:t>| [footer text here]</a:t>
            </a:r>
          </a:p>
        </p:txBody>
      </p:sp>
    </p:spTree>
    <p:extLst>
      <p:ext uri="{BB962C8B-B14F-4D97-AF65-F5344CB8AC3E}">
        <p14:creationId xmlns:p14="http://schemas.microsoft.com/office/powerpoint/2010/main" val="254834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jpe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0.jpe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159026" y="4323522"/>
            <a:ext cx="8984974" cy="819978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Title 15"/>
          <p:cNvSpPr>
            <a:spLocks noGrp="1"/>
          </p:cNvSpPr>
          <p:nvPr>
            <p:ph type="title" hasCustomPrompt="1"/>
          </p:nvPr>
        </p:nvSpPr>
        <p:spPr>
          <a:xfrm>
            <a:off x="299201" y="1878497"/>
            <a:ext cx="6141359" cy="1311963"/>
          </a:xfrm>
        </p:spPr>
        <p:txBody>
          <a:bodyPr anchor="b">
            <a:noAutofit/>
          </a:bodyPr>
          <a:lstStyle>
            <a:lvl1pPr>
              <a:defRPr sz="3600" b="0" i="0" baseline="0">
                <a:solidFill>
                  <a:schemeClr val="tx1"/>
                </a:solidFill>
                <a:latin typeface="+mj-lt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23" name="Date Placeholder 4"/>
          <p:cNvSpPr>
            <a:spLocks noGrp="1"/>
          </p:cNvSpPr>
          <p:nvPr>
            <p:ph type="dt" sz="half" idx="2"/>
          </p:nvPr>
        </p:nvSpPr>
        <p:spPr>
          <a:xfrm>
            <a:off x="319200" y="4616419"/>
            <a:ext cx="1925338" cy="17895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BF4F3DE7-6199-1D49-861E-64DB4D5C4E94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17595" y="4102257"/>
            <a:ext cx="4191461" cy="42671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302816" y="3185161"/>
            <a:ext cx="6147682" cy="5082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6E86BC-86E1-5542-94C0-5EFA09348B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21" y="380904"/>
            <a:ext cx="3729712" cy="73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735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159026" y="4323522"/>
            <a:ext cx="8984974" cy="819978"/>
          </a:xfrm>
          <a:prstGeom prst="rect">
            <a:avLst/>
          </a:prstGeom>
          <a:solidFill>
            <a:schemeClr val="accent2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2"/>
          </p:nvPr>
        </p:nvSpPr>
        <p:spPr>
          <a:xfrm>
            <a:off x="319200" y="4616419"/>
            <a:ext cx="1925338" cy="17895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910420AF-A8F2-8440-A54A-61FDF6D6E63F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302816" y="3185161"/>
            <a:ext cx="6147682" cy="5082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17595" y="4102257"/>
            <a:ext cx="4191461" cy="42671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A8F50CE7-BE49-DF46-A309-4034673313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9201" y="1878497"/>
            <a:ext cx="6141359" cy="1311963"/>
          </a:xfrm>
        </p:spPr>
        <p:txBody>
          <a:bodyPr anchor="b">
            <a:noAutofit/>
          </a:bodyPr>
          <a:lstStyle>
            <a:lvl1pPr>
              <a:defRPr sz="3600" b="0" i="0" baseline="0">
                <a:solidFill>
                  <a:schemeClr val="tx1"/>
                </a:solidFill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A67939F-0818-8948-8252-798A7289B124}"/>
              </a:ext>
            </a:extLst>
          </p:cNvPr>
          <p:cNvGrpSpPr/>
          <p:nvPr userDrawn="1"/>
        </p:nvGrpSpPr>
        <p:grpSpPr>
          <a:xfrm>
            <a:off x="428221" y="377845"/>
            <a:ext cx="3729712" cy="735176"/>
            <a:chOff x="784276" y="216786"/>
            <a:chExt cx="3819176" cy="75281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8B5F241-D7A0-5A46-9072-5E7A3FCE1B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4276" y="216786"/>
              <a:ext cx="3819176" cy="752810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E52EAF-958E-2C48-AE0A-B23E7BE81037}"/>
                </a:ext>
              </a:extLst>
            </p:cNvPr>
            <p:cNvCxnSpPr/>
            <p:nvPr userDrawn="1"/>
          </p:nvCxnSpPr>
          <p:spPr>
            <a:xfrm>
              <a:off x="1924755" y="216786"/>
              <a:ext cx="0" cy="752810"/>
            </a:xfrm>
            <a:prstGeom prst="line">
              <a:avLst/>
            </a:prstGeom>
            <a:ln w="254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0420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159026" y="4323522"/>
            <a:ext cx="8984974" cy="819978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4" name="Title 15"/>
          <p:cNvSpPr>
            <a:spLocks noGrp="1"/>
          </p:cNvSpPr>
          <p:nvPr>
            <p:ph type="title" hasCustomPrompt="1"/>
          </p:nvPr>
        </p:nvSpPr>
        <p:spPr>
          <a:xfrm>
            <a:off x="299201" y="1878497"/>
            <a:ext cx="6141359" cy="1311963"/>
          </a:xfrm>
        </p:spPr>
        <p:txBody>
          <a:bodyPr anchor="b">
            <a:noAutofit/>
          </a:bodyPr>
          <a:lstStyle>
            <a:lvl1pPr>
              <a:defRPr sz="3600" b="0" i="0" baseline="0">
                <a:solidFill>
                  <a:schemeClr val="tx1"/>
                </a:solidFill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2"/>
          </p:nvPr>
        </p:nvSpPr>
        <p:spPr>
          <a:xfrm>
            <a:off x="319200" y="4616419"/>
            <a:ext cx="1925338" cy="17895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9899DE7A-F1AC-614E-8BC7-B4A23307319E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302816" y="3185161"/>
            <a:ext cx="6147682" cy="5082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17595" y="4102257"/>
            <a:ext cx="4191461" cy="42671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 smtClean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AA59588-1CE2-6E44-834A-AD43C82E4975}"/>
              </a:ext>
            </a:extLst>
          </p:cNvPr>
          <p:cNvGrpSpPr/>
          <p:nvPr userDrawn="1"/>
        </p:nvGrpSpPr>
        <p:grpSpPr>
          <a:xfrm>
            <a:off x="428221" y="377845"/>
            <a:ext cx="3729712" cy="735176"/>
            <a:chOff x="784276" y="216786"/>
            <a:chExt cx="3819176" cy="75281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0BA46B7-B79C-2A46-8886-D3CBED0640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4276" y="216786"/>
              <a:ext cx="3819176" cy="752810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A013067-9DB1-164F-B2D8-CDDF166BC212}"/>
                </a:ext>
              </a:extLst>
            </p:cNvPr>
            <p:cNvCxnSpPr/>
            <p:nvPr userDrawn="1"/>
          </p:nvCxnSpPr>
          <p:spPr>
            <a:xfrm>
              <a:off x="1924755" y="216786"/>
              <a:ext cx="0" cy="752810"/>
            </a:xfrm>
            <a:prstGeom prst="line">
              <a:avLst/>
            </a:prstGeom>
            <a:ln w="254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0133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/>
          <p:cNvSpPr>
            <a:spLocks noGrp="1"/>
          </p:cNvSpPr>
          <p:nvPr>
            <p:ph type="title" hasCustomPrompt="1"/>
          </p:nvPr>
        </p:nvSpPr>
        <p:spPr>
          <a:xfrm>
            <a:off x="453585" y="318751"/>
            <a:ext cx="8173580" cy="458587"/>
          </a:xfrm>
        </p:spPr>
        <p:txBody>
          <a:bodyPr anchor="b">
            <a:noAutofit/>
          </a:bodyPr>
          <a:lstStyle>
            <a:lvl1pPr>
              <a:defRPr sz="3600" b="0" i="0"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2" y="695741"/>
            <a:ext cx="8169964" cy="334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D9FF64-C01C-5C4C-8AB2-E760BF76900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3585" y="1401763"/>
            <a:ext cx="8169964" cy="2932112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5426446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5925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4"/>
          </p:nvPr>
        </p:nvSpPr>
        <p:spPr>
          <a:xfrm>
            <a:off x="268359" y="337931"/>
            <a:ext cx="8587407" cy="40651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63290672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/>
          <p:cNvSpPr>
            <a:spLocks noGrp="1"/>
          </p:cNvSpPr>
          <p:nvPr>
            <p:ph type="title" hasCustomPrompt="1"/>
          </p:nvPr>
        </p:nvSpPr>
        <p:spPr>
          <a:xfrm>
            <a:off x="453585" y="318751"/>
            <a:ext cx="8173580" cy="458587"/>
          </a:xfrm>
        </p:spPr>
        <p:txBody>
          <a:bodyPr anchor="b">
            <a:noAutofit/>
          </a:bodyPr>
          <a:lstStyle>
            <a:lvl1pPr>
              <a:defRPr sz="3600" b="0" i="0"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2" y="695741"/>
            <a:ext cx="8169964" cy="334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69704F-E66B-5B41-BF3B-8C6539B4842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3585" y="1401763"/>
            <a:ext cx="3915528" cy="2932112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99F718F-E8D1-5640-A678-0137FDBAEC9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33354" y="1401763"/>
            <a:ext cx="3915528" cy="2932112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8415597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 bwMode="auto">
          <a:xfrm>
            <a:off x="457203" y="198783"/>
            <a:ext cx="1192695" cy="212365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3800" b="0" i="0" dirty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37601" y="1431236"/>
            <a:ext cx="8229323" cy="210709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 baseline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buNone/>
              <a:defRPr>
                <a:latin typeface="+mn-lt"/>
              </a:defRPr>
            </a:lvl2pPr>
            <a:lvl3pPr marL="515924" indent="0">
              <a:buNone/>
              <a:defRPr>
                <a:latin typeface="+mn-lt"/>
              </a:defRPr>
            </a:lvl3pPr>
            <a:lvl4pPr marL="800080" indent="0">
              <a:buNone/>
              <a:defRPr>
                <a:latin typeface="+mn-lt"/>
              </a:defRPr>
            </a:lvl4pPr>
            <a:lvl5pPr marL="1085823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This page is an option should you wish to utilize a quote as a stand-alone slide within your presentation. The rest is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.</a:t>
            </a:r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47674" y="3696829"/>
            <a:ext cx="6513958" cy="4304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Author’s Name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47674" y="3980953"/>
            <a:ext cx="6513958" cy="440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 b="0" i="0" baseline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Position Title</a:t>
            </a:r>
          </a:p>
        </p:txBody>
      </p:sp>
    </p:spTree>
    <p:extLst>
      <p:ext uri="{BB962C8B-B14F-4D97-AF65-F5344CB8AC3E}">
        <p14:creationId xmlns:p14="http://schemas.microsoft.com/office/powerpoint/2010/main" val="179054717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 bwMode="auto">
          <a:xfrm>
            <a:off x="457203" y="198783"/>
            <a:ext cx="1192695" cy="212365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3800" b="0" i="0" dirty="0">
                <a:solidFill>
                  <a:schemeClr val="accent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37601" y="1431236"/>
            <a:ext cx="8229323" cy="210709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 baseline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buNone/>
              <a:defRPr>
                <a:latin typeface="+mn-lt"/>
              </a:defRPr>
            </a:lvl2pPr>
            <a:lvl3pPr marL="515924" indent="0">
              <a:buNone/>
              <a:defRPr>
                <a:latin typeface="+mn-lt"/>
              </a:defRPr>
            </a:lvl3pPr>
            <a:lvl4pPr marL="800080" indent="0">
              <a:buNone/>
              <a:defRPr>
                <a:latin typeface="+mn-lt"/>
              </a:defRPr>
            </a:lvl4pPr>
            <a:lvl5pPr marL="1085823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This page is an option should you wish to utilize a quote as a stand-alone slide within your presentation. The rest is lorem ipsum.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47674" y="3696829"/>
            <a:ext cx="6513958" cy="4304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accent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Author’s Name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47674" y="3980953"/>
            <a:ext cx="6513958" cy="440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 b="0" i="0" baseline="0">
                <a:solidFill>
                  <a:schemeClr val="accent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Position Title</a:t>
            </a:r>
          </a:p>
        </p:txBody>
      </p:sp>
    </p:spTree>
    <p:extLst>
      <p:ext uri="{BB962C8B-B14F-4D97-AF65-F5344CB8AC3E}">
        <p14:creationId xmlns:p14="http://schemas.microsoft.com/office/powerpoint/2010/main" val="20733843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 bwMode="auto">
          <a:xfrm>
            <a:off x="457203" y="198783"/>
            <a:ext cx="1192695" cy="212365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3800" b="0" i="0" dirty="0">
                <a:solidFill>
                  <a:schemeClr val="accent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37601" y="1431236"/>
            <a:ext cx="8229323" cy="210709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 baseline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buNone/>
              <a:defRPr>
                <a:latin typeface="+mn-lt"/>
              </a:defRPr>
            </a:lvl2pPr>
            <a:lvl3pPr marL="515924" indent="0">
              <a:buNone/>
              <a:defRPr>
                <a:latin typeface="+mn-lt"/>
              </a:defRPr>
            </a:lvl3pPr>
            <a:lvl4pPr marL="800080" indent="0">
              <a:buNone/>
              <a:defRPr>
                <a:latin typeface="+mn-lt"/>
              </a:defRPr>
            </a:lvl4pPr>
            <a:lvl5pPr marL="1085823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This page is an option should you wish to utilize a quote as a stand-alone slide within your presentation. The rest is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.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47674" y="3696829"/>
            <a:ext cx="6513958" cy="4304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accent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Author’s Name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47674" y="3980953"/>
            <a:ext cx="6513958" cy="440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 b="0" i="0" baseline="0">
                <a:solidFill>
                  <a:schemeClr val="accent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Position Title</a:t>
            </a:r>
          </a:p>
        </p:txBody>
      </p:sp>
    </p:spTree>
    <p:extLst>
      <p:ext uri="{BB962C8B-B14F-4D97-AF65-F5344CB8AC3E}">
        <p14:creationId xmlns:p14="http://schemas.microsoft.com/office/powerpoint/2010/main" val="6208254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–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453585" y="1754766"/>
            <a:ext cx="6593258" cy="1430138"/>
          </a:xfrm>
        </p:spPr>
        <p:txBody>
          <a:bodyPr anchor="ctr">
            <a:noAutofit/>
          </a:bodyPr>
          <a:lstStyle>
            <a:lvl1pPr>
              <a:defRPr sz="3600" b="0" i="0" baseline="0"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Here</a:t>
            </a:r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2" y="1769166"/>
            <a:ext cx="248479" cy="1411357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chemeClr val="bg1"/>
              </a:solidFill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82205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–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453585" y="1754766"/>
            <a:ext cx="6593258" cy="1430138"/>
          </a:xfrm>
        </p:spPr>
        <p:txBody>
          <a:bodyPr anchor="ctr">
            <a:noAutofit/>
          </a:bodyPr>
          <a:lstStyle>
            <a:lvl1pPr>
              <a:defRPr sz="3600" b="0" i="0" baseline="0">
                <a:solidFill>
                  <a:schemeClr val="accent2"/>
                </a:solidFill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Here</a:t>
            </a:r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2" y="1769166"/>
            <a:ext cx="248479" cy="1411357"/>
          </a:xfrm>
          <a:prstGeom prst="rect">
            <a:avLst/>
          </a:prstGeom>
          <a:solidFill>
            <a:schemeClr val="accent2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chemeClr val="accent2"/>
              </a:solidFill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34255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–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453585" y="1754766"/>
            <a:ext cx="6593258" cy="1430138"/>
          </a:xfrm>
        </p:spPr>
        <p:txBody>
          <a:bodyPr anchor="ctr">
            <a:noAutofit/>
          </a:bodyPr>
          <a:lstStyle>
            <a:lvl1pPr>
              <a:defRPr sz="3600" b="0" i="0" baseline="0">
                <a:solidFill>
                  <a:schemeClr val="accent1"/>
                </a:solidFill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Here</a:t>
            </a:r>
          </a:p>
        </p:txBody>
      </p:sp>
      <p:sp>
        <p:nvSpPr>
          <p:cNvPr id="2" name="Rectangle 1"/>
          <p:cNvSpPr/>
          <p:nvPr userDrawn="1"/>
        </p:nvSpPr>
        <p:spPr bwMode="auto">
          <a:xfrm>
            <a:off x="2" y="1769166"/>
            <a:ext cx="248479" cy="1411357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94464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171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with logo –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invGray">
          <a:xfrm>
            <a:off x="3865186" y="2032663"/>
            <a:ext cx="1571041" cy="1025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6785" y="2037522"/>
            <a:ext cx="1574426" cy="102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5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with logo –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9213" y="1884801"/>
            <a:ext cx="1374274" cy="137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67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903" y="241902"/>
            <a:ext cx="8902097" cy="49015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 bwMode="auto">
          <a:xfrm>
            <a:off x="502920" y="0"/>
            <a:ext cx="5666935" cy="4304714"/>
          </a:xfrm>
          <a:prstGeom prst="rect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Title 15"/>
          <p:cNvSpPr>
            <a:spLocks noGrp="1"/>
          </p:cNvSpPr>
          <p:nvPr>
            <p:ph type="title" hasCustomPrompt="1"/>
          </p:nvPr>
        </p:nvSpPr>
        <p:spPr>
          <a:xfrm>
            <a:off x="784273" y="1127896"/>
            <a:ext cx="4976447" cy="1311963"/>
          </a:xfrm>
        </p:spPr>
        <p:txBody>
          <a:bodyPr anchor="b">
            <a:noAutofit/>
          </a:bodyPr>
          <a:lstStyle>
            <a:lvl1pPr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87890" y="2526000"/>
            <a:ext cx="4972830" cy="5082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187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37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10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50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2"/>
          </p:nvPr>
        </p:nvSpPr>
        <p:spPr>
          <a:xfrm>
            <a:off x="785881" y="3869450"/>
            <a:ext cx="1925338" cy="17895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6DA20E0-8C75-E34C-9986-4E8E8E052B56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84274" y="3355288"/>
            <a:ext cx="4191461" cy="42671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i="0" baseline="0" dirty="0" smtClean="0">
                <a:solidFill>
                  <a:schemeClr val="bg1"/>
                </a:solidFill>
                <a:cs typeface="Arial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Presenter’s </a:t>
            </a:r>
            <a:r>
              <a:rPr lang="en-US" dirty="0"/>
              <a:t>Name</a:t>
            </a:r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784273" y="154459"/>
            <a:ext cx="3353012" cy="660923"/>
            <a:chOff x="784276" y="216786"/>
            <a:chExt cx="3819176" cy="752810"/>
          </a:xfrm>
        </p:grpSpPr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276" y="216786"/>
              <a:ext cx="3819176" cy="752810"/>
            </a:xfrm>
            <a:prstGeom prst="rect">
              <a:avLst/>
            </a:prstGeom>
          </p:spPr>
        </p:pic>
        <p:cxnSp>
          <p:nvCxnSpPr>
            <p:cNvPr id="23" name="Straight Connector 22"/>
            <p:cNvCxnSpPr/>
            <p:nvPr userDrawn="1"/>
          </p:nvCxnSpPr>
          <p:spPr>
            <a:xfrm>
              <a:off x="1924755" y="216786"/>
              <a:ext cx="0" cy="752810"/>
            </a:xfrm>
            <a:prstGeom prst="line">
              <a:avLst/>
            </a:prstGeom>
            <a:ln w="254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5435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Blu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903" y="241902"/>
            <a:ext cx="8908063" cy="49015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 bwMode="auto">
          <a:xfrm>
            <a:off x="502920" y="0"/>
            <a:ext cx="5666935" cy="4304714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2"/>
          </p:nvPr>
        </p:nvSpPr>
        <p:spPr>
          <a:xfrm>
            <a:off x="785881" y="3869450"/>
            <a:ext cx="1925338" cy="17895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AD5C70B-2151-BA48-845F-BC21E0C9A9F3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20" name="Title 15"/>
          <p:cNvSpPr>
            <a:spLocks noGrp="1"/>
          </p:cNvSpPr>
          <p:nvPr>
            <p:ph type="title" hasCustomPrompt="1"/>
          </p:nvPr>
        </p:nvSpPr>
        <p:spPr>
          <a:xfrm>
            <a:off x="784273" y="1127896"/>
            <a:ext cx="4976447" cy="1311963"/>
          </a:xfrm>
        </p:spPr>
        <p:txBody>
          <a:bodyPr anchor="b">
            <a:noAutofit/>
          </a:bodyPr>
          <a:lstStyle>
            <a:lvl1pPr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87890" y="2526000"/>
            <a:ext cx="4972830" cy="5082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187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37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10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50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84274" y="3355288"/>
            <a:ext cx="4191461" cy="42671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i="0" baseline="0" dirty="0" smtClean="0">
                <a:solidFill>
                  <a:schemeClr val="bg1"/>
                </a:solidFill>
                <a:cs typeface="Arial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Presenter’s </a:t>
            </a:r>
            <a:r>
              <a:rPr lang="en-US" dirty="0"/>
              <a:t>Name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784273" y="154459"/>
            <a:ext cx="3353012" cy="660923"/>
            <a:chOff x="784276" y="216786"/>
            <a:chExt cx="3819176" cy="752810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276" y="216786"/>
              <a:ext cx="3819176" cy="752810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 userDrawn="1"/>
          </p:nvCxnSpPr>
          <p:spPr>
            <a:xfrm>
              <a:off x="1924755" y="216786"/>
              <a:ext cx="0" cy="752810"/>
            </a:xfrm>
            <a:prstGeom prst="line">
              <a:avLst/>
            </a:prstGeom>
            <a:ln w="254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1343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903" y="235843"/>
            <a:ext cx="8902097" cy="4907657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502920" y="0"/>
            <a:ext cx="5666935" cy="4304714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2"/>
          </p:nvPr>
        </p:nvSpPr>
        <p:spPr>
          <a:xfrm>
            <a:off x="785881" y="3869450"/>
            <a:ext cx="1925338" cy="17895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0D05C1BC-C759-B148-90D0-50D42E589D0E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8" name="Title 15"/>
          <p:cNvSpPr>
            <a:spLocks noGrp="1"/>
          </p:cNvSpPr>
          <p:nvPr>
            <p:ph type="title" hasCustomPrompt="1"/>
          </p:nvPr>
        </p:nvSpPr>
        <p:spPr>
          <a:xfrm>
            <a:off x="784273" y="1127896"/>
            <a:ext cx="4976447" cy="1311963"/>
          </a:xfrm>
        </p:spPr>
        <p:txBody>
          <a:bodyPr anchor="b">
            <a:noAutofit/>
          </a:bodyPr>
          <a:lstStyle>
            <a:lvl1pPr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87890" y="2526000"/>
            <a:ext cx="4972830" cy="5082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187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37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10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50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84274" y="3355288"/>
            <a:ext cx="4191461" cy="42671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i="0" baseline="0" dirty="0" smtClean="0">
                <a:solidFill>
                  <a:schemeClr val="bg1"/>
                </a:solidFill>
                <a:cs typeface="Arial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Presenter’s </a:t>
            </a:r>
            <a:r>
              <a:rPr lang="en-US" dirty="0"/>
              <a:t>Name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784273" y="154459"/>
            <a:ext cx="3353012" cy="660923"/>
            <a:chOff x="784276" y="216786"/>
            <a:chExt cx="3819176" cy="752810"/>
          </a:xfrm>
        </p:grpSpPr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276" y="216786"/>
              <a:ext cx="3819176" cy="752810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 userDrawn="1"/>
          </p:nvCxnSpPr>
          <p:spPr>
            <a:xfrm>
              <a:off x="1924755" y="216786"/>
              <a:ext cx="0" cy="752810"/>
            </a:xfrm>
            <a:prstGeom prst="line">
              <a:avLst/>
            </a:prstGeom>
            <a:ln w="254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8353363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2"/>
          <a:stretch/>
        </p:blipFill>
        <p:spPr>
          <a:xfrm>
            <a:off x="241903" y="241902"/>
            <a:ext cx="8902097" cy="4901598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auto">
          <a:xfrm>
            <a:off x="502920" y="0"/>
            <a:ext cx="5666935" cy="4304714"/>
          </a:xfrm>
          <a:prstGeom prst="rect">
            <a:avLst/>
          </a:prstGeom>
          <a:solidFill>
            <a:schemeClr val="accent2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2"/>
          </p:nvPr>
        </p:nvSpPr>
        <p:spPr>
          <a:xfrm>
            <a:off x="785881" y="3869450"/>
            <a:ext cx="1925338" cy="17895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D9028DA-5BDC-184B-A798-3A785D849BF0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8" name="Title 15"/>
          <p:cNvSpPr>
            <a:spLocks noGrp="1"/>
          </p:cNvSpPr>
          <p:nvPr>
            <p:ph type="title" hasCustomPrompt="1"/>
          </p:nvPr>
        </p:nvSpPr>
        <p:spPr>
          <a:xfrm>
            <a:off x="784273" y="1127896"/>
            <a:ext cx="4976447" cy="1311963"/>
          </a:xfrm>
        </p:spPr>
        <p:txBody>
          <a:bodyPr anchor="b">
            <a:noAutofit/>
          </a:bodyPr>
          <a:lstStyle>
            <a:lvl1pPr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87890" y="2526000"/>
            <a:ext cx="4972830" cy="5082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187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37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10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50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84274" y="3355288"/>
            <a:ext cx="4191461" cy="42671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i="0" baseline="0" dirty="0" smtClean="0">
                <a:solidFill>
                  <a:schemeClr val="bg1"/>
                </a:solidFill>
                <a:cs typeface="Arial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Presenter’s </a:t>
            </a:r>
            <a:r>
              <a:rPr lang="en-US" dirty="0"/>
              <a:t>Name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784273" y="154459"/>
            <a:ext cx="3353012" cy="660923"/>
            <a:chOff x="784276" y="216786"/>
            <a:chExt cx="3819176" cy="75281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276" y="216786"/>
              <a:ext cx="3819176" cy="752810"/>
            </a:xfrm>
            <a:prstGeom prst="rect">
              <a:avLst/>
            </a:prstGeom>
          </p:spPr>
        </p:pic>
        <p:cxnSp>
          <p:nvCxnSpPr>
            <p:cNvPr id="14" name="Straight Connector 13"/>
            <p:cNvCxnSpPr/>
            <p:nvPr userDrawn="1"/>
          </p:nvCxnSpPr>
          <p:spPr>
            <a:xfrm>
              <a:off x="1924755" y="216786"/>
              <a:ext cx="0" cy="752810"/>
            </a:xfrm>
            <a:prstGeom prst="line">
              <a:avLst/>
            </a:prstGeom>
            <a:ln w="254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677499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Blu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7629" y="241902"/>
            <a:ext cx="8876371" cy="49015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 bwMode="auto">
          <a:xfrm>
            <a:off x="502920" y="0"/>
            <a:ext cx="5666935" cy="4304714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2"/>
          </p:nvPr>
        </p:nvSpPr>
        <p:spPr>
          <a:xfrm>
            <a:off x="785881" y="3869450"/>
            <a:ext cx="1925338" cy="17895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5C6DD8F-8F20-5140-BC18-C533A798439E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20" name="Title 15"/>
          <p:cNvSpPr>
            <a:spLocks noGrp="1"/>
          </p:cNvSpPr>
          <p:nvPr>
            <p:ph type="title" hasCustomPrompt="1"/>
          </p:nvPr>
        </p:nvSpPr>
        <p:spPr>
          <a:xfrm>
            <a:off x="784273" y="1127896"/>
            <a:ext cx="4976447" cy="1311963"/>
          </a:xfrm>
        </p:spPr>
        <p:txBody>
          <a:bodyPr anchor="b">
            <a:noAutofit/>
          </a:bodyPr>
          <a:lstStyle>
            <a:lvl1pPr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87890" y="2526000"/>
            <a:ext cx="4972830" cy="5082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187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37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10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50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84274" y="3355288"/>
            <a:ext cx="4191461" cy="42671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i="0" baseline="0" dirty="0" smtClean="0">
                <a:solidFill>
                  <a:schemeClr val="bg1"/>
                </a:solidFill>
                <a:cs typeface="Arial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Presenter’s </a:t>
            </a:r>
            <a:r>
              <a:rPr lang="en-US" dirty="0"/>
              <a:t>Name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784273" y="154459"/>
            <a:ext cx="3353012" cy="660923"/>
            <a:chOff x="784276" y="216786"/>
            <a:chExt cx="3819176" cy="752810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276" y="216786"/>
              <a:ext cx="3819176" cy="752810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 userDrawn="1"/>
          </p:nvCxnSpPr>
          <p:spPr>
            <a:xfrm>
              <a:off x="1924755" y="216786"/>
              <a:ext cx="0" cy="752810"/>
            </a:xfrm>
            <a:prstGeom prst="line">
              <a:avLst/>
            </a:prstGeom>
            <a:ln w="254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46097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Tea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903" y="241904"/>
            <a:ext cx="8902097" cy="4901596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 bwMode="auto">
          <a:xfrm>
            <a:off x="502920" y="0"/>
            <a:ext cx="5666935" cy="4304714"/>
          </a:xfrm>
          <a:prstGeom prst="rect">
            <a:avLst/>
          </a:prstGeom>
          <a:solidFill>
            <a:schemeClr val="accent2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2"/>
          </p:nvPr>
        </p:nvSpPr>
        <p:spPr>
          <a:xfrm>
            <a:off x="785881" y="3869450"/>
            <a:ext cx="1925338" cy="17895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8B06E26-66EB-2647-9FF6-9C6706150E8A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20" name="Title 15"/>
          <p:cNvSpPr>
            <a:spLocks noGrp="1"/>
          </p:cNvSpPr>
          <p:nvPr>
            <p:ph type="title" hasCustomPrompt="1"/>
          </p:nvPr>
        </p:nvSpPr>
        <p:spPr>
          <a:xfrm>
            <a:off x="784273" y="1127896"/>
            <a:ext cx="4976447" cy="1311963"/>
          </a:xfrm>
        </p:spPr>
        <p:txBody>
          <a:bodyPr anchor="b">
            <a:noAutofit/>
          </a:bodyPr>
          <a:lstStyle>
            <a:lvl1pPr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87890" y="2526000"/>
            <a:ext cx="4972830" cy="5082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187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37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10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50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84274" y="3355288"/>
            <a:ext cx="4191461" cy="42671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i="0" baseline="0" dirty="0" smtClean="0">
                <a:solidFill>
                  <a:schemeClr val="bg1"/>
                </a:solidFill>
                <a:cs typeface="Arial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Presenter’s </a:t>
            </a:r>
            <a:r>
              <a:rPr lang="en-US" dirty="0"/>
              <a:t>Name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784273" y="154459"/>
            <a:ext cx="3353012" cy="660923"/>
            <a:chOff x="784276" y="216786"/>
            <a:chExt cx="3819176" cy="752810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276" y="216786"/>
              <a:ext cx="3819176" cy="752810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 userDrawn="1"/>
          </p:nvCxnSpPr>
          <p:spPr>
            <a:xfrm>
              <a:off x="1924755" y="216786"/>
              <a:ext cx="0" cy="752810"/>
            </a:xfrm>
            <a:prstGeom prst="line">
              <a:avLst/>
            </a:prstGeom>
            <a:ln w="254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4588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4136994"/>
            <a:ext cx="9144000" cy="1006506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2"/>
          </p:nvPr>
        </p:nvSpPr>
        <p:spPr>
          <a:xfrm>
            <a:off x="319200" y="4634178"/>
            <a:ext cx="1925338" cy="178955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C109D5-1999-D946-AD75-96ADCCE939FD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17595" y="4120016"/>
            <a:ext cx="4191461" cy="426719"/>
          </a:xfrm>
          <a:prstGeom prst="rect">
            <a:avLst/>
          </a:prstGeom>
        </p:spPr>
        <p:txBody>
          <a:bodyPr vert="horz" wrap="square" lIns="91440" tIns="0" rIns="91440" bIns="0" rtlCol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 smtClean="0">
                <a:solidFill>
                  <a:schemeClr val="tx1"/>
                </a:solidFill>
                <a:cs typeface="Arial" panose="020B0604020202020204" pitchFamily="34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</p:txBody>
      </p:sp>
      <p:sp>
        <p:nvSpPr>
          <p:cNvPr id="10" name="Title 15">
            <a:extLst>
              <a:ext uri="{FF2B5EF4-FFF2-40B4-BE49-F238E27FC236}">
                <a16:creationId xmlns:a16="http://schemas.microsoft.com/office/drawing/2014/main" id="{65B08227-3138-BB41-8E3C-35CA4778C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463" y="1418843"/>
            <a:ext cx="6437410" cy="1311963"/>
          </a:xfrm>
        </p:spPr>
        <p:txBody>
          <a:bodyPr anchor="b">
            <a:noAutofit/>
          </a:bodyPr>
          <a:lstStyle>
            <a:lvl1pPr>
              <a:defRPr sz="3600" b="0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34A4266-EC7F-FD4B-9C3E-81E7A22951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081" y="2816947"/>
            <a:ext cx="6432731" cy="5082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C5BF22-A706-904B-B676-DA86992C40CC}"/>
              </a:ext>
            </a:extLst>
          </p:cNvPr>
          <p:cNvGrpSpPr/>
          <p:nvPr userDrawn="1"/>
        </p:nvGrpSpPr>
        <p:grpSpPr>
          <a:xfrm>
            <a:off x="784273" y="154459"/>
            <a:ext cx="3353012" cy="660923"/>
            <a:chOff x="784276" y="216786"/>
            <a:chExt cx="3819176" cy="75281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5B0F51F-9622-2946-9966-1E2AA1B59B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4276" y="216786"/>
              <a:ext cx="3819176" cy="752810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396CC37-407E-D94A-93A1-AE158DD73D71}"/>
                </a:ext>
              </a:extLst>
            </p:cNvPr>
            <p:cNvCxnSpPr/>
            <p:nvPr userDrawn="1"/>
          </p:nvCxnSpPr>
          <p:spPr>
            <a:xfrm>
              <a:off x="1924755" y="216786"/>
              <a:ext cx="0" cy="752810"/>
            </a:xfrm>
            <a:prstGeom prst="line">
              <a:avLst/>
            </a:prstGeom>
            <a:ln w="254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6331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-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453585" y="318751"/>
            <a:ext cx="8173580" cy="45858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0" i="0"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2" y="695741"/>
            <a:ext cx="8169964" cy="357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Arial" panose="020B0604020202020204" pitchFamily="34" charset="0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idx="1"/>
          </p:nvPr>
        </p:nvSpPr>
        <p:spPr>
          <a:xfrm>
            <a:off x="459685" y="1401417"/>
            <a:ext cx="8137665" cy="29320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buClr>
                <a:schemeClr val="accent1"/>
              </a:buClr>
              <a:defRPr b="0" i="0"/>
            </a:lvl1pPr>
            <a:lvl2pPr>
              <a:buClr>
                <a:schemeClr val="tx1"/>
              </a:buClr>
              <a:defRPr b="0" i="0"/>
            </a:lvl2pPr>
            <a:lvl3pPr>
              <a:buClr>
                <a:schemeClr val="accent1"/>
              </a:buClr>
              <a:defRPr b="0" i="0"/>
            </a:lvl3pPr>
            <a:lvl4pPr>
              <a:buClr>
                <a:schemeClr val="tx1"/>
              </a:buClr>
              <a:defRPr b="0" i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75216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574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 –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2"/>
          <p:cNvSpPr>
            <a:spLocks noGrp="1"/>
          </p:cNvSpPr>
          <p:nvPr>
            <p:ph type="chart" sz="quarter" idx="14"/>
          </p:nvPr>
        </p:nvSpPr>
        <p:spPr>
          <a:xfrm>
            <a:off x="268359" y="352446"/>
            <a:ext cx="8587407" cy="39728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b="0" i="0"/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628926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 –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/>
          <p:cNvSpPr>
            <a:spLocks noGrp="1"/>
          </p:cNvSpPr>
          <p:nvPr>
            <p:ph type="title" hasCustomPrompt="1"/>
          </p:nvPr>
        </p:nvSpPr>
        <p:spPr>
          <a:xfrm>
            <a:off x="453585" y="318751"/>
            <a:ext cx="8173580" cy="45858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0" i="0"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2" y="695741"/>
            <a:ext cx="8169964" cy="334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Arial" panose="020B0604020202020204" pitchFamily="34" charset="0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8" hasCustomPrompt="1"/>
          </p:nvPr>
        </p:nvSpPr>
        <p:spPr>
          <a:xfrm>
            <a:off x="456925" y="1420744"/>
            <a:ext cx="3826840" cy="2853083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buClr>
                <a:schemeClr val="tx1"/>
              </a:buClr>
              <a:defRPr b="0" i="0"/>
            </a:lvl2pPr>
            <a:lvl3pPr>
              <a:defRPr b="0" i="0"/>
            </a:lvl3pPr>
            <a:lvl4pPr>
              <a:buClr>
                <a:schemeClr val="tx1"/>
              </a:buClr>
              <a:defRPr b="0" i="0"/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4790386" y="1420744"/>
            <a:ext cx="3826840" cy="2853083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buClr>
                <a:schemeClr val="tx1"/>
              </a:buClr>
              <a:defRPr b="0" i="0"/>
            </a:lvl2pPr>
            <a:lvl3pPr>
              <a:defRPr b="0" i="0"/>
            </a:lvl3pPr>
            <a:lvl4pPr>
              <a:buClr>
                <a:schemeClr val="tx1"/>
              </a:buClr>
              <a:defRPr b="0" i="0"/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8818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5"/>
          <p:cNvSpPr>
            <a:spLocks noGrp="1"/>
          </p:cNvSpPr>
          <p:nvPr>
            <p:ph type="title" hasCustomPrompt="1"/>
          </p:nvPr>
        </p:nvSpPr>
        <p:spPr>
          <a:xfrm>
            <a:off x="453585" y="318751"/>
            <a:ext cx="8173580" cy="45858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0" i="0"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2" y="695741"/>
            <a:ext cx="8169964" cy="334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Arial" panose="020B0604020202020204" pitchFamily="34" charset="0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idx="1"/>
          </p:nvPr>
        </p:nvSpPr>
        <p:spPr>
          <a:xfrm>
            <a:off x="459685" y="1401417"/>
            <a:ext cx="8137665" cy="29320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03658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 –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hart Placeholder 2"/>
          <p:cNvSpPr>
            <a:spLocks noGrp="1"/>
          </p:cNvSpPr>
          <p:nvPr>
            <p:ph type="chart" sz="quarter" idx="14"/>
          </p:nvPr>
        </p:nvSpPr>
        <p:spPr>
          <a:xfrm>
            <a:off x="268359" y="352446"/>
            <a:ext cx="8587407" cy="39728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b="0" i="0"/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22090365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 –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/>
          <p:cNvSpPr>
            <a:spLocks noGrp="1"/>
          </p:cNvSpPr>
          <p:nvPr>
            <p:ph type="title" hasCustomPrompt="1"/>
          </p:nvPr>
        </p:nvSpPr>
        <p:spPr>
          <a:xfrm>
            <a:off x="453585" y="318751"/>
            <a:ext cx="8173580" cy="45858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0" i="0"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2" y="695741"/>
            <a:ext cx="8169964" cy="334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Arial" panose="020B0604020202020204" pitchFamily="34" charset="0"/>
              </a:defRPr>
            </a:lvl1pPr>
            <a:lvl2pPr marL="230181" indent="0">
              <a:lnSpc>
                <a:spcPct val="100000"/>
              </a:lnSpc>
              <a:buNone/>
              <a:defRPr i="1">
                <a:latin typeface="+mn-lt"/>
              </a:defRPr>
            </a:lvl2pPr>
            <a:lvl3pPr marL="515924" indent="0">
              <a:lnSpc>
                <a:spcPct val="100000"/>
              </a:lnSpc>
              <a:buNone/>
              <a:defRPr i="1">
                <a:latin typeface="+mn-lt"/>
              </a:defRPr>
            </a:lvl3pPr>
            <a:lvl4pPr marL="800080" indent="0">
              <a:lnSpc>
                <a:spcPct val="100000"/>
              </a:lnSpc>
              <a:buNone/>
              <a:defRPr i="1">
                <a:latin typeface="+mn-lt"/>
              </a:defRPr>
            </a:lvl4pPr>
            <a:lvl5pPr marL="1085823" indent="0">
              <a:lnSpc>
                <a:spcPct val="100000"/>
              </a:lnSpc>
              <a:buNone/>
              <a:defRPr i="1">
                <a:latin typeface="+mn-lt"/>
              </a:defRPr>
            </a:lvl5pPr>
          </a:lstStyle>
          <a:p>
            <a:pPr lvl="0"/>
            <a:r>
              <a:rPr lang="en-US" dirty="0"/>
              <a:t>Optional Subhead here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8" hasCustomPrompt="1"/>
          </p:nvPr>
        </p:nvSpPr>
        <p:spPr>
          <a:xfrm>
            <a:off x="456925" y="1420744"/>
            <a:ext cx="3826840" cy="285308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b="0" i="0"/>
            </a:lvl1pPr>
            <a:lvl2pPr>
              <a:buClr>
                <a:schemeClr val="accent1"/>
              </a:buClr>
              <a:defRPr b="0" i="0"/>
            </a:lvl2pPr>
            <a:lvl3pPr>
              <a:buClr>
                <a:schemeClr val="accent1"/>
              </a:buClr>
              <a:defRPr b="0" i="0"/>
            </a:lvl3pPr>
            <a:lvl4pPr>
              <a:buClr>
                <a:schemeClr val="accent1"/>
              </a:buClr>
              <a:defRPr b="0" i="0"/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4790386" y="1420744"/>
            <a:ext cx="3826840" cy="285308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b="0" i="0"/>
            </a:lvl1pPr>
            <a:lvl2pPr>
              <a:buClr>
                <a:schemeClr val="accent1"/>
              </a:buClr>
              <a:defRPr b="0" i="0"/>
            </a:lvl2pPr>
            <a:lvl3pPr>
              <a:buClr>
                <a:schemeClr val="accent1"/>
              </a:buClr>
              <a:defRPr b="0" i="0"/>
            </a:lvl3pPr>
            <a:lvl4pPr>
              <a:buClr>
                <a:schemeClr val="accent1"/>
              </a:buClr>
              <a:defRPr b="0" i="0"/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7927870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37601" y="1431236"/>
            <a:ext cx="8229323" cy="210709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 baseline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buNone/>
              <a:defRPr>
                <a:latin typeface="+mn-lt"/>
              </a:defRPr>
            </a:lvl2pPr>
            <a:lvl3pPr marL="515924" indent="0">
              <a:buNone/>
              <a:defRPr>
                <a:latin typeface="+mn-lt"/>
              </a:defRPr>
            </a:lvl3pPr>
            <a:lvl4pPr marL="800080" indent="0">
              <a:buNone/>
              <a:defRPr>
                <a:latin typeface="+mn-lt"/>
              </a:defRPr>
            </a:lvl4pPr>
            <a:lvl5pPr marL="1085823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This page is an option should you wish to utilize a quote as a stand-alone slide within your presentation. The rest is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.</a:t>
            </a:r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47674" y="3696829"/>
            <a:ext cx="6513958" cy="4304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Author’s Name</a:t>
            </a:r>
          </a:p>
        </p:txBody>
      </p:sp>
      <p:sp>
        <p:nvSpPr>
          <p:cNvPr id="13" name="Rectangle 12"/>
          <p:cNvSpPr/>
          <p:nvPr userDrawn="1"/>
        </p:nvSpPr>
        <p:spPr bwMode="auto">
          <a:xfrm>
            <a:off x="496956" y="2"/>
            <a:ext cx="1073426" cy="1182754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rgbClr val="90BD31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 bwMode="auto">
          <a:xfrm>
            <a:off x="434629" y="0"/>
            <a:ext cx="1192695" cy="212365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3800" b="0" i="0" dirty="0">
                <a:solidFill>
                  <a:schemeClr val="bg2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47674" y="3980953"/>
            <a:ext cx="6513958" cy="440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 b="0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Position Title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37601" y="1431236"/>
            <a:ext cx="8229323" cy="210709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 baseline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buNone/>
              <a:defRPr>
                <a:latin typeface="+mn-lt"/>
              </a:defRPr>
            </a:lvl2pPr>
            <a:lvl3pPr marL="515924" indent="0">
              <a:buNone/>
              <a:defRPr>
                <a:latin typeface="+mn-lt"/>
              </a:defRPr>
            </a:lvl3pPr>
            <a:lvl4pPr marL="800080" indent="0">
              <a:buNone/>
              <a:defRPr>
                <a:latin typeface="+mn-lt"/>
              </a:defRPr>
            </a:lvl4pPr>
            <a:lvl5pPr marL="1085823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This page is an option should you wish to utilize a quote as a stand-alone slide within your presentation. The rest is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.</a:t>
            </a:r>
          </a:p>
        </p:txBody>
      </p:sp>
      <p:sp>
        <p:nvSpPr>
          <p:cNvPr id="13" name="Rectangle 12"/>
          <p:cNvSpPr/>
          <p:nvPr userDrawn="1"/>
        </p:nvSpPr>
        <p:spPr bwMode="auto">
          <a:xfrm>
            <a:off x="496956" y="2"/>
            <a:ext cx="1073426" cy="1182754"/>
          </a:xfrm>
          <a:prstGeom prst="rect">
            <a:avLst/>
          </a:prstGeom>
          <a:solidFill>
            <a:schemeClr val="accent2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rgbClr val="90BD31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 bwMode="auto">
          <a:xfrm>
            <a:off x="434629" y="0"/>
            <a:ext cx="1192695" cy="212365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3800" b="0" i="0" dirty="0">
                <a:solidFill>
                  <a:schemeClr val="bg2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47674" y="3696829"/>
            <a:ext cx="6513958" cy="4304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Author’s Name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47674" y="3980953"/>
            <a:ext cx="6513958" cy="440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 b="0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Position Title</a:t>
            </a:r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37601" y="1431236"/>
            <a:ext cx="8229323" cy="210709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0" i="0" baseline="0"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230181" indent="0">
              <a:buNone/>
              <a:defRPr>
                <a:latin typeface="+mn-lt"/>
              </a:defRPr>
            </a:lvl2pPr>
            <a:lvl3pPr marL="515924" indent="0">
              <a:buNone/>
              <a:defRPr>
                <a:latin typeface="+mn-lt"/>
              </a:defRPr>
            </a:lvl3pPr>
            <a:lvl4pPr marL="800080" indent="0">
              <a:buNone/>
              <a:defRPr>
                <a:latin typeface="+mn-lt"/>
              </a:defRPr>
            </a:lvl4pPr>
            <a:lvl5pPr marL="1085823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This page is an option should you wish to utilize a quote as a stand-alone slide within your presentation. The rest is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.</a:t>
            </a:r>
          </a:p>
        </p:txBody>
      </p:sp>
      <p:sp>
        <p:nvSpPr>
          <p:cNvPr id="13" name="Rectangle 12"/>
          <p:cNvSpPr/>
          <p:nvPr userDrawn="1"/>
        </p:nvSpPr>
        <p:spPr bwMode="auto">
          <a:xfrm>
            <a:off x="496956" y="2"/>
            <a:ext cx="1073426" cy="1182754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rgbClr val="90BD31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 bwMode="auto">
          <a:xfrm>
            <a:off x="434629" y="0"/>
            <a:ext cx="1192695" cy="2123658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3800" b="0" i="0" dirty="0">
                <a:solidFill>
                  <a:schemeClr val="bg2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47674" y="3696829"/>
            <a:ext cx="6513958" cy="4304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Author’s Name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47674" y="3980953"/>
            <a:ext cx="6513958" cy="440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 b="0" i="0" baseline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Position Title</a:t>
            </a:r>
          </a:p>
        </p:txBody>
      </p:sp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–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 bwMode="auto">
          <a:xfrm>
            <a:off x="2" y="1772719"/>
            <a:ext cx="7051729" cy="1411357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5"/>
          <p:cNvSpPr>
            <a:spLocks noGrp="1"/>
          </p:cNvSpPr>
          <p:nvPr>
            <p:ph type="title" hasCustomPrompt="1"/>
          </p:nvPr>
        </p:nvSpPr>
        <p:spPr>
          <a:xfrm>
            <a:off x="453585" y="1919440"/>
            <a:ext cx="6435412" cy="110789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0" i="0" baseline="0">
                <a:solidFill>
                  <a:schemeClr val="bg1"/>
                </a:solidFill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CCB472-92BE-5E48-80A6-FC260AA96B83}"/>
              </a:ext>
            </a:extLst>
          </p:cNvPr>
          <p:cNvCxnSpPr/>
          <p:nvPr userDrawn="1"/>
        </p:nvCxnSpPr>
        <p:spPr>
          <a:xfrm>
            <a:off x="277813" y="4687560"/>
            <a:ext cx="859536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Freeform 77">
            <a:extLst>
              <a:ext uri="{FF2B5EF4-FFF2-40B4-BE49-F238E27FC236}">
                <a16:creationId xmlns:a16="http://schemas.microsoft.com/office/drawing/2014/main" id="{4ABB29B8-DCAF-7B40-9E52-219D904D83D6}"/>
              </a:ext>
            </a:extLst>
          </p:cNvPr>
          <p:cNvSpPr>
            <a:spLocks/>
          </p:cNvSpPr>
          <p:nvPr userDrawn="1"/>
        </p:nvSpPr>
        <p:spPr bwMode="auto">
          <a:xfrm>
            <a:off x="8393113" y="4800601"/>
            <a:ext cx="481012" cy="231074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b="0" i="0" dirty="0"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–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2" y="1772719"/>
            <a:ext cx="7051729" cy="1411357"/>
          </a:xfrm>
          <a:prstGeom prst="rect">
            <a:avLst/>
          </a:prstGeom>
          <a:solidFill>
            <a:srgbClr val="18A3AC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1C639F-F884-C946-B140-A9518C6FB9A8}"/>
              </a:ext>
            </a:extLst>
          </p:cNvPr>
          <p:cNvCxnSpPr/>
          <p:nvPr userDrawn="1"/>
        </p:nvCxnSpPr>
        <p:spPr>
          <a:xfrm>
            <a:off x="277813" y="4687560"/>
            <a:ext cx="859536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Freeform 77">
            <a:extLst>
              <a:ext uri="{FF2B5EF4-FFF2-40B4-BE49-F238E27FC236}">
                <a16:creationId xmlns:a16="http://schemas.microsoft.com/office/drawing/2014/main" id="{08B3EA4E-B6EE-2549-8EB7-C25BC2142E7C}"/>
              </a:ext>
            </a:extLst>
          </p:cNvPr>
          <p:cNvSpPr>
            <a:spLocks/>
          </p:cNvSpPr>
          <p:nvPr userDrawn="1"/>
        </p:nvSpPr>
        <p:spPr bwMode="auto">
          <a:xfrm>
            <a:off x="8393113" y="4800601"/>
            <a:ext cx="481012" cy="231074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b="0" i="0" dirty="0"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2" name="Title 15">
            <a:extLst>
              <a:ext uri="{FF2B5EF4-FFF2-40B4-BE49-F238E27FC236}">
                <a16:creationId xmlns:a16="http://schemas.microsoft.com/office/drawing/2014/main" id="{013E3FCC-D96C-D344-BBA3-51BB23D2A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585" y="1919440"/>
            <a:ext cx="6435412" cy="110789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0" i="0" baseline="0">
                <a:solidFill>
                  <a:schemeClr val="bg1"/>
                </a:solidFill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Here</a:t>
            </a:r>
          </a:p>
        </p:txBody>
      </p:sp>
    </p:spTree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–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2" y="1772719"/>
            <a:ext cx="7051729" cy="1411357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0" i="0" dirty="0" err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B58095-3588-1A4E-B981-253E9F1A1AEC}"/>
              </a:ext>
            </a:extLst>
          </p:cNvPr>
          <p:cNvCxnSpPr/>
          <p:nvPr userDrawn="1"/>
        </p:nvCxnSpPr>
        <p:spPr>
          <a:xfrm>
            <a:off x="277813" y="4687560"/>
            <a:ext cx="859536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Freeform 77">
            <a:extLst>
              <a:ext uri="{FF2B5EF4-FFF2-40B4-BE49-F238E27FC236}">
                <a16:creationId xmlns:a16="http://schemas.microsoft.com/office/drawing/2014/main" id="{81C2D974-A2EE-E349-AD5D-00B5C62A8CB7}"/>
              </a:ext>
            </a:extLst>
          </p:cNvPr>
          <p:cNvSpPr>
            <a:spLocks/>
          </p:cNvSpPr>
          <p:nvPr userDrawn="1"/>
        </p:nvSpPr>
        <p:spPr bwMode="auto">
          <a:xfrm>
            <a:off x="8393113" y="4800601"/>
            <a:ext cx="481012" cy="231074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b="0" i="0" dirty="0"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18DED201-C78F-0E4A-B63C-520004DA73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585" y="1919440"/>
            <a:ext cx="6435412" cy="110789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0" i="0" baseline="0">
                <a:solidFill>
                  <a:schemeClr val="bg1"/>
                </a:solidFill>
                <a:latin typeface="Garamond" panose="02020404030301010803" pitchFamily="18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Here</a:t>
            </a:r>
          </a:p>
        </p:txBody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513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with logo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1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>
            <a:off x="3865186" y="2036429"/>
            <a:ext cx="1571041" cy="1018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428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with logo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9400" y="1884801"/>
            <a:ext cx="1373900" cy="137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– Research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9580" y="2015504"/>
            <a:ext cx="1615440" cy="16154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9580" y="0"/>
            <a:ext cx="2994420" cy="20155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91"/>
          <a:stretch/>
        </p:blipFill>
        <p:spPr>
          <a:xfrm>
            <a:off x="0" y="1480601"/>
            <a:ext cx="6149580" cy="366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23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– Educ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314" y="2015504"/>
            <a:ext cx="1615440" cy="161544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56753" cy="20155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56753" y="949124"/>
            <a:ext cx="6387247" cy="419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30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– Patient Ca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170" y="2015504"/>
            <a:ext cx="1615440" cy="16154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0" y="0"/>
            <a:ext cx="2760609" cy="20155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0"/>
          <a:stretch/>
        </p:blipFill>
        <p:spPr>
          <a:xfrm>
            <a:off x="2756754" y="1257301"/>
            <a:ext cx="6387246" cy="38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16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9685" y="1401417"/>
            <a:ext cx="8137665" cy="29320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3585" y="318751"/>
            <a:ext cx="8173580" cy="45858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48152" y="4852597"/>
            <a:ext cx="4310907" cy="103485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7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272107" y="4840129"/>
            <a:ext cx="246061" cy="116425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7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365125" y="4687560"/>
            <a:ext cx="8413750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/>
          <p:nvPr userDrawn="1"/>
        </p:nvCxnSpPr>
        <p:spPr>
          <a:xfrm>
            <a:off x="277813" y="4687560"/>
            <a:ext cx="8595360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reeform 77"/>
          <p:cNvSpPr>
            <a:spLocks/>
          </p:cNvSpPr>
          <p:nvPr userDrawn="1"/>
        </p:nvSpPr>
        <p:spPr bwMode="auto">
          <a:xfrm>
            <a:off x="8393113" y="4800601"/>
            <a:ext cx="481012" cy="231074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b="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05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4" r:id="rId4"/>
    <p:sldLayoutId id="2147483982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  <p:sldLayoutId id="2147483992" r:id="rId12"/>
    <p:sldLayoutId id="2147483993" r:id="rId13"/>
    <p:sldLayoutId id="2147484042" r:id="rId14"/>
    <p:sldLayoutId id="2147483994" r:id="rId15"/>
    <p:sldLayoutId id="2147483995" r:id="rId16"/>
  </p:sldLayoutIdLst>
  <p:transition>
    <p:fade/>
  </p:transition>
  <p:hf hdr="0"/>
  <p:txStyles>
    <p:titleStyle>
      <a:lvl1pPr algn="l" defTabSz="914378" rtl="0" eaLnBrk="1" latinLnBrk="0" hangingPunct="1">
        <a:lnSpc>
          <a:spcPct val="85000"/>
        </a:lnSpc>
        <a:spcBef>
          <a:spcPct val="0"/>
        </a:spcBef>
        <a:buNone/>
        <a:defRPr lang="en-US" sz="3600" b="0" i="0" kern="1200" cap="none" spc="0" baseline="0" dirty="0" smtClean="0">
          <a:solidFill>
            <a:schemeClr val="tx1"/>
          </a:solidFill>
          <a:latin typeface="Garamond" panose="02020404030301010803" pitchFamily="18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233357" indent="-233357" algn="l" defTabSz="64006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2200" b="0" i="0" kern="1200" dirty="0" smtClean="0">
          <a:solidFill>
            <a:schemeClr val="tx1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  <a:lvl2pPr marL="522275" indent="-227007" algn="l" defTabSz="64006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.AppleSystemUIFont" charset="0"/>
        <a:buChar char="-"/>
        <a:tabLst/>
        <a:defRPr lang="en-US" sz="2000" b="0" i="0" kern="1200" dirty="0" smtClean="0">
          <a:solidFill>
            <a:schemeClr val="tx1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2pPr>
      <a:lvl3pPr marL="746106" indent="-166684" algn="l" defTabSz="64006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1800" b="0" i="0" kern="1200" dirty="0" smtClean="0">
          <a:solidFill>
            <a:schemeClr val="tx1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3pPr>
      <a:lvl4pPr marL="979463" indent="-173034" algn="l" defTabSz="64006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.AppleSystemUIFont" charset="0"/>
        <a:buChar char="-"/>
        <a:tabLst/>
        <a:defRPr lang="en-US" sz="1600" b="0" i="0" kern="1200" dirty="0" smtClean="0">
          <a:solidFill>
            <a:schemeClr val="tx1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4pPr>
      <a:lvl5pPr marL="1312830" indent="-227007" algn="l" defTabSz="640064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SzPct val="80000"/>
        <a:buFont typeface="Wingdings" charset="2"/>
        <a:buChar char="§"/>
        <a:defRPr lang="en-US" sz="1400" b="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48152" y="4852597"/>
            <a:ext cx="4310907" cy="103485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700" b="0" i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272107" y="4840129"/>
            <a:ext cx="246061" cy="116425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lvl1pPr algn="l">
              <a:defRPr sz="700" b="0" i="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fld id="{7BCC8D0D-EAEC-449D-9161-023DFF90F2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365125" y="4687560"/>
            <a:ext cx="8413750" cy="0"/>
          </a:xfrm>
          <a:prstGeom prst="line">
            <a:avLst/>
          </a:prstGeom>
          <a:noFill/>
          <a:ln w="3175" cap="flat">
            <a:solidFill>
              <a:srgbClr val="052049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Connector 8"/>
          <p:cNvCxnSpPr/>
          <p:nvPr userDrawn="1"/>
        </p:nvCxnSpPr>
        <p:spPr>
          <a:xfrm>
            <a:off x="277813" y="4687560"/>
            <a:ext cx="8595360" cy="0"/>
          </a:xfrm>
          <a:prstGeom prst="line">
            <a:avLst/>
          </a:prstGeom>
          <a:noFill/>
          <a:ln w="3175" cap="flat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reeform 77"/>
          <p:cNvSpPr>
            <a:spLocks/>
          </p:cNvSpPr>
          <p:nvPr userDrawn="1"/>
        </p:nvSpPr>
        <p:spPr bwMode="auto">
          <a:xfrm>
            <a:off x="8393113" y="4800601"/>
            <a:ext cx="481012" cy="231074"/>
          </a:xfrm>
          <a:custGeom>
            <a:avLst/>
            <a:gdLst>
              <a:gd name="T0" fmla="*/ 350 w 350"/>
              <a:gd name="T1" fmla="*/ 52 h 168"/>
              <a:gd name="T2" fmla="*/ 270 w 350"/>
              <a:gd name="T3" fmla="*/ 130 h 168"/>
              <a:gd name="T4" fmla="*/ 240 w 350"/>
              <a:gd name="T5" fmla="*/ 100 h 168"/>
              <a:gd name="T6" fmla="*/ 205 w 350"/>
              <a:gd name="T7" fmla="*/ 91 h 168"/>
              <a:gd name="T8" fmla="*/ 201 w 350"/>
              <a:gd name="T9" fmla="*/ 86 h 168"/>
              <a:gd name="T10" fmla="*/ 200 w 350"/>
              <a:gd name="T11" fmla="*/ 82 h 168"/>
              <a:gd name="T12" fmla="*/ 203 w 350"/>
              <a:gd name="T13" fmla="*/ 73 h 168"/>
              <a:gd name="T14" fmla="*/ 203 w 350"/>
              <a:gd name="T15" fmla="*/ 73 h 168"/>
              <a:gd name="T16" fmla="*/ 205 w 350"/>
              <a:gd name="T17" fmla="*/ 72 h 168"/>
              <a:gd name="T18" fmla="*/ 234 w 350"/>
              <a:gd name="T19" fmla="*/ 71 h 168"/>
              <a:gd name="T20" fmla="*/ 266 w 350"/>
              <a:gd name="T21" fmla="*/ 85 h 168"/>
              <a:gd name="T22" fmla="*/ 222 w 350"/>
              <a:gd name="T23" fmla="*/ 48 h 168"/>
              <a:gd name="T24" fmla="*/ 179 w 350"/>
              <a:gd name="T25" fmla="*/ 73 h 168"/>
              <a:gd name="T26" fmla="*/ 178 w 350"/>
              <a:gd name="T27" fmla="*/ 76 h 168"/>
              <a:gd name="T28" fmla="*/ 122 w 350"/>
              <a:gd name="T29" fmla="*/ 60 h 168"/>
              <a:gd name="T30" fmla="*/ 178 w 350"/>
              <a:gd name="T31" fmla="*/ 41 h 168"/>
              <a:gd name="T32" fmla="*/ 153 w 350"/>
              <a:gd name="T33" fmla="*/ 0 h 168"/>
              <a:gd name="T34" fmla="*/ 97 w 350"/>
              <a:gd name="T35" fmla="*/ 2 h 168"/>
              <a:gd name="T36" fmla="*/ 72 w 350"/>
              <a:gd name="T37" fmla="*/ 73 h 168"/>
              <a:gd name="T38" fmla="*/ 25 w 350"/>
              <a:gd name="T39" fmla="*/ 73 h 168"/>
              <a:gd name="T40" fmla="*/ 0 w 350"/>
              <a:gd name="T41" fmla="*/ 2 h 168"/>
              <a:gd name="T42" fmla="*/ 48 w 350"/>
              <a:gd name="T43" fmla="*/ 119 h 168"/>
              <a:gd name="T44" fmla="*/ 97 w 350"/>
              <a:gd name="T45" fmla="*/ 64 h 168"/>
              <a:gd name="T46" fmla="*/ 187 w 350"/>
              <a:gd name="T47" fmla="*/ 107 h 168"/>
              <a:gd name="T48" fmla="*/ 214 w 350"/>
              <a:gd name="T49" fmla="*/ 117 h 168"/>
              <a:gd name="T50" fmla="*/ 242 w 350"/>
              <a:gd name="T51" fmla="*/ 125 h 168"/>
              <a:gd name="T52" fmla="*/ 237 w 350"/>
              <a:gd name="T53" fmla="*/ 147 h 168"/>
              <a:gd name="T54" fmla="*/ 203 w 350"/>
              <a:gd name="T55" fmla="*/ 141 h 168"/>
              <a:gd name="T56" fmla="*/ 176 w 350"/>
              <a:gd name="T57" fmla="*/ 130 h 168"/>
              <a:gd name="T58" fmla="*/ 224 w 350"/>
              <a:gd name="T59" fmla="*/ 168 h 168"/>
              <a:gd name="T60" fmla="*/ 270 w 350"/>
              <a:gd name="T61" fmla="*/ 134 h 168"/>
              <a:gd name="T62" fmla="*/ 295 w 350"/>
              <a:gd name="T63" fmla="*/ 166 h 168"/>
              <a:gd name="T64" fmla="*/ 343 w 350"/>
              <a:gd name="T65" fmla="*/ 119 h 168"/>
              <a:gd name="T66" fmla="*/ 295 w 350"/>
              <a:gd name="T67" fmla="*/ 99 h 168"/>
              <a:gd name="T68" fmla="*/ 350 w 350"/>
              <a:gd name="T69" fmla="*/ 73 h 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50" h="168">
                <a:moveTo>
                  <a:pt x="350" y="73"/>
                </a:moveTo>
                <a:cubicBezTo>
                  <a:pt x="350" y="52"/>
                  <a:pt x="350" y="52"/>
                  <a:pt x="350" y="52"/>
                </a:cubicBezTo>
                <a:cubicBezTo>
                  <a:pt x="270" y="52"/>
                  <a:pt x="270" y="52"/>
                  <a:pt x="270" y="52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69" y="121"/>
                  <a:pt x="266" y="114"/>
                  <a:pt x="260" y="109"/>
                </a:cubicBezTo>
                <a:cubicBezTo>
                  <a:pt x="255" y="105"/>
                  <a:pt x="249" y="102"/>
                  <a:pt x="240" y="100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13" y="94"/>
                  <a:pt x="208" y="92"/>
                  <a:pt x="205" y="91"/>
                </a:cubicBezTo>
                <a:cubicBezTo>
                  <a:pt x="203" y="90"/>
                  <a:pt x="201" y="88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1" y="86"/>
                  <a:pt x="201" y="86"/>
                  <a:pt x="201" y="86"/>
                </a:cubicBezTo>
                <a:cubicBezTo>
                  <a:pt x="200" y="85"/>
                  <a:pt x="200" y="83"/>
                  <a:pt x="200" y="82"/>
                </a:cubicBezTo>
                <a:cubicBezTo>
                  <a:pt x="200" y="78"/>
                  <a:pt x="201" y="75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3" y="73"/>
                  <a:pt x="203" y="73"/>
                  <a:pt x="203" y="73"/>
                </a:cubicBezTo>
                <a:cubicBezTo>
                  <a:pt x="204" y="72"/>
                  <a:pt x="205" y="72"/>
                  <a:pt x="205" y="72"/>
                </a:cubicBezTo>
                <a:cubicBezTo>
                  <a:pt x="209" y="69"/>
                  <a:pt x="214" y="68"/>
                  <a:pt x="220" y="68"/>
                </a:cubicBezTo>
                <a:cubicBezTo>
                  <a:pt x="226" y="68"/>
                  <a:pt x="231" y="69"/>
                  <a:pt x="234" y="71"/>
                </a:cubicBezTo>
                <a:cubicBezTo>
                  <a:pt x="240" y="74"/>
                  <a:pt x="243" y="78"/>
                  <a:pt x="243" y="85"/>
                </a:cubicBezTo>
                <a:cubicBezTo>
                  <a:pt x="266" y="85"/>
                  <a:pt x="266" y="85"/>
                  <a:pt x="266" y="85"/>
                </a:cubicBezTo>
                <a:cubicBezTo>
                  <a:pt x="266" y="73"/>
                  <a:pt x="261" y="64"/>
                  <a:pt x="253" y="58"/>
                </a:cubicBezTo>
                <a:cubicBezTo>
                  <a:pt x="244" y="51"/>
                  <a:pt x="234" y="48"/>
                  <a:pt x="222" y="48"/>
                </a:cubicBezTo>
                <a:cubicBezTo>
                  <a:pt x="207" y="48"/>
                  <a:pt x="196" y="52"/>
                  <a:pt x="189" y="58"/>
                </a:cubicBezTo>
                <a:cubicBezTo>
                  <a:pt x="184" y="62"/>
                  <a:pt x="181" y="67"/>
                  <a:pt x="179" y="73"/>
                </a:cubicBezTo>
                <a:cubicBezTo>
                  <a:pt x="179" y="73"/>
                  <a:pt x="179" y="73"/>
                  <a:pt x="179" y="73"/>
                </a:cubicBezTo>
                <a:cubicBezTo>
                  <a:pt x="179" y="74"/>
                  <a:pt x="179" y="75"/>
                  <a:pt x="178" y="76"/>
                </a:cubicBezTo>
                <a:cubicBezTo>
                  <a:pt x="176" y="89"/>
                  <a:pt x="167" y="98"/>
                  <a:pt x="153" y="98"/>
                </a:cubicBezTo>
                <a:cubicBezTo>
                  <a:pt x="131" y="98"/>
                  <a:pt x="122" y="79"/>
                  <a:pt x="122" y="60"/>
                </a:cubicBezTo>
                <a:cubicBezTo>
                  <a:pt x="122" y="40"/>
                  <a:pt x="131" y="21"/>
                  <a:pt x="153" y="21"/>
                </a:cubicBezTo>
                <a:cubicBezTo>
                  <a:pt x="166" y="21"/>
                  <a:pt x="176" y="29"/>
                  <a:pt x="178" y="41"/>
                </a:cubicBezTo>
                <a:cubicBezTo>
                  <a:pt x="202" y="41"/>
                  <a:pt x="202" y="41"/>
                  <a:pt x="202" y="41"/>
                </a:cubicBezTo>
                <a:cubicBezTo>
                  <a:pt x="199" y="14"/>
                  <a:pt x="178" y="0"/>
                  <a:pt x="153" y="0"/>
                </a:cubicBezTo>
                <a:cubicBezTo>
                  <a:pt x="119" y="0"/>
                  <a:pt x="99" y="24"/>
                  <a:pt x="97" y="55"/>
                </a:cubicBezTo>
                <a:cubicBezTo>
                  <a:pt x="97" y="2"/>
                  <a:pt x="97" y="2"/>
                  <a:pt x="97" y="2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73"/>
                  <a:pt x="72" y="73"/>
                  <a:pt x="72" y="73"/>
                </a:cubicBezTo>
                <a:cubicBezTo>
                  <a:pt x="72" y="90"/>
                  <a:pt x="66" y="98"/>
                  <a:pt x="48" y="98"/>
                </a:cubicBezTo>
                <a:cubicBezTo>
                  <a:pt x="28" y="98"/>
                  <a:pt x="25" y="86"/>
                  <a:pt x="25" y="73"/>
                </a:cubicBezTo>
                <a:cubicBezTo>
                  <a:pt x="25" y="2"/>
                  <a:pt x="25" y="2"/>
                  <a:pt x="25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104"/>
                  <a:pt x="18" y="119"/>
                  <a:pt x="48" y="119"/>
                </a:cubicBezTo>
                <a:cubicBezTo>
                  <a:pt x="79" y="119"/>
                  <a:pt x="97" y="104"/>
                  <a:pt x="97" y="73"/>
                </a:cubicBezTo>
                <a:cubicBezTo>
                  <a:pt x="97" y="64"/>
                  <a:pt x="97" y="64"/>
                  <a:pt x="97" y="64"/>
                </a:cubicBezTo>
                <a:cubicBezTo>
                  <a:pt x="99" y="95"/>
                  <a:pt x="119" y="119"/>
                  <a:pt x="153" y="119"/>
                </a:cubicBezTo>
                <a:cubicBezTo>
                  <a:pt x="167" y="119"/>
                  <a:pt x="179" y="115"/>
                  <a:pt x="187" y="107"/>
                </a:cubicBezTo>
                <a:cubicBezTo>
                  <a:pt x="188" y="107"/>
                  <a:pt x="189" y="108"/>
                  <a:pt x="189" y="108"/>
                </a:cubicBezTo>
                <a:cubicBezTo>
                  <a:pt x="194" y="111"/>
                  <a:pt x="202" y="114"/>
                  <a:pt x="214" y="117"/>
                </a:cubicBezTo>
                <a:cubicBezTo>
                  <a:pt x="226" y="119"/>
                  <a:pt x="226" y="119"/>
                  <a:pt x="226" y="119"/>
                </a:cubicBezTo>
                <a:cubicBezTo>
                  <a:pt x="234" y="121"/>
                  <a:pt x="239" y="123"/>
                  <a:pt x="242" y="125"/>
                </a:cubicBezTo>
                <a:cubicBezTo>
                  <a:pt x="245" y="127"/>
                  <a:pt x="247" y="130"/>
                  <a:pt x="247" y="133"/>
                </a:cubicBezTo>
                <a:cubicBezTo>
                  <a:pt x="247" y="140"/>
                  <a:pt x="244" y="144"/>
                  <a:pt x="237" y="147"/>
                </a:cubicBezTo>
                <a:cubicBezTo>
                  <a:pt x="233" y="148"/>
                  <a:pt x="229" y="148"/>
                  <a:pt x="223" y="148"/>
                </a:cubicBezTo>
                <a:cubicBezTo>
                  <a:pt x="213" y="148"/>
                  <a:pt x="207" y="146"/>
                  <a:pt x="203" y="141"/>
                </a:cubicBezTo>
                <a:cubicBezTo>
                  <a:pt x="201" y="139"/>
                  <a:pt x="199" y="135"/>
                  <a:pt x="198" y="130"/>
                </a:cubicBezTo>
                <a:cubicBezTo>
                  <a:pt x="176" y="130"/>
                  <a:pt x="176" y="130"/>
                  <a:pt x="176" y="130"/>
                </a:cubicBezTo>
                <a:cubicBezTo>
                  <a:pt x="176" y="142"/>
                  <a:pt x="180" y="151"/>
                  <a:pt x="189" y="158"/>
                </a:cubicBezTo>
                <a:cubicBezTo>
                  <a:pt x="197" y="164"/>
                  <a:pt x="209" y="168"/>
                  <a:pt x="224" y="168"/>
                </a:cubicBezTo>
                <a:cubicBezTo>
                  <a:pt x="239" y="168"/>
                  <a:pt x="250" y="164"/>
                  <a:pt x="258" y="158"/>
                </a:cubicBezTo>
                <a:cubicBezTo>
                  <a:pt x="265" y="151"/>
                  <a:pt x="269" y="143"/>
                  <a:pt x="270" y="134"/>
                </a:cubicBezTo>
                <a:cubicBezTo>
                  <a:pt x="270" y="166"/>
                  <a:pt x="270" y="166"/>
                  <a:pt x="270" y="166"/>
                </a:cubicBezTo>
                <a:cubicBezTo>
                  <a:pt x="295" y="166"/>
                  <a:pt x="295" y="166"/>
                  <a:pt x="295" y="166"/>
                </a:cubicBezTo>
                <a:cubicBezTo>
                  <a:pt x="295" y="119"/>
                  <a:pt x="295" y="119"/>
                  <a:pt x="295" y="119"/>
                </a:cubicBezTo>
                <a:cubicBezTo>
                  <a:pt x="343" y="119"/>
                  <a:pt x="343" y="119"/>
                  <a:pt x="343" y="119"/>
                </a:cubicBezTo>
                <a:cubicBezTo>
                  <a:pt x="343" y="99"/>
                  <a:pt x="343" y="99"/>
                  <a:pt x="343" y="99"/>
                </a:cubicBezTo>
                <a:cubicBezTo>
                  <a:pt x="295" y="99"/>
                  <a:pt x="295" y="99"/>
                  <a:pt x="295" y="99"/>
                </a:cubicBezTo>
                <a:cubicBezTo>
                  <a:pt x="295" y="73"/>
                  <a:pt x="295" y="73"/>
                  <a:pt x="295" y="73"/>
                </a:cubicBezTo>
                <a:lnTo>
                  <a:pt x="350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b="0" i="0" dirty="0">
              <a:latin typeface="Arial" panose="020B0604020202020204" pitchFamily="34" charset="0"/>
              <a:ea typeface="Helvetica Neue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A11AC4-0317-9648-9B11-2E4A9F794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685" y="1401417"/>
            <a:ext cx="8137665" cy="29320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EEA57C94-8CEE-E147-BA04-64415375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85" y="318751"/>
            <a:ext cx="8173580" cy="45858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r>
              <a:rPr lang="en-US" dirty="0"/>
              <a:t>Slide Title Here</a:t>
            </a:r>
          </a:p>
        </p:txBody>
      </p:sp>
    </p:spTree>
    <p:extLst>
      <p:ext uri="{BB962C8B-B14F-4D97-AF65-F5344CB8AC3E}">
        <p14:creationId xmlns:p14="http://schemas.microsoft.com/office/powerpoint/2010/main" val="123954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01" r:id="rId7"/>
    <p:sldLayoutId id="2147483944" r:id="rId8"/>
    <p:sldLayoutId id="2147483951" r:id="rId9"/>
    <p:sldLayoutId id="2147483953" r:id="rId10"/>
    <p:sldLayoutId id="2147484000" r:id="rId11"/>
    <p:sldLayoutId id="2147483950" r:id="rId12"/>
    <p:sldLayoutId id="2147483960" r:id="rId13"/>
    <p:sldLayoutId id="2147483961" r:id="rId14"/>
    <p:sldLayoutId id="2147483966" r:id="rId15"/>
    <p:sldLayoutId id="2147483967" r:id="rId16"/>
    <p:sldLayoutId id="2147483968" r:id="rId17"/>
    <p:sldLayoutId id="2147483969" r:id="rId18"/>
    <p:sldLayoutId id="2147483970" r:id="rId19"/>
    <p:sldLayoutId id="2147483971" r:id="rId20"/>
    <p:sldLayoutId id="2147484041" r:id="rId21"/>
    <p:sldLayoutId id="2147483954" r:id="rId22"/>
    <p:sldLayoutId id="2147483959" r:id="rId23"/>
    <p:sldLayoutId id="2147484038" r:id="rId24"/>
    <p:sldLayoutId id="2147484039" r:id="rId25"/>
    <p:sldLayoutId id="2147484040" r:id="rId26"/>
  </p:sldLayoutIdLst>
  <p:transition>
    <p:fade/>
  </p:transition>
  <p:hf hdr="0"/>
  <p:txStyles>
    <p:titleStyle>
      <a:lvl1pPr algn="l" defTabSz="914378" rtl="0" eaLnBrk="1" latinLnBrk="0" hangingPunct="1">
        <a:lnSpc>
          <a:spcPct val="85000"/>
        </a:lnSpc>
        <a:spcBef>
          <a:spcPct val="0"/>
        </a:spcBef>
        <a:buNone/>
        <a:defRPr lang="en-US" sz="3600" b="0" i="0" kern="1200" cap="none" spc="0" baseline="0" dirty="0" smtClean="0">
          <a:solidFill>
            <a:schemeClr val="tx1"/>
          </a:solidFill>
          <a:latin typeface="Garamond" panose="02020404030301010803" pitchFamily="18" charset="0"/>
          <a:ea typeface="Helvetica Neue" panose="02000503000000020004" pitchFamily="2" charset="0"/>
          <a:cs typeface="Arial" panose="020B0604020202020204" pitchFamily="34" charset="0"/>
        </a:defRPr>
      </a:lvl1pPr>
    </p:titleStyle>
    <p:bodyStyle>
      <a:lvl1pPr marL="233357" indent="-233357" algn="l" defTabSz="64006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2200" b="0" i="0" kern="1200" dirty="0" smtClean="0">
          <a:solidFill>
            <a:schemeClr val="tx1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1pPr>
      <a:lvl2pPr marL="522275" indent="-227007" algn="l" defTabSz="64006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.AppleSystemUIFont" charset="0"/>
        <a:buChar char="-"/>
        <a:tabLst/>
        <a:defRPr lang="en-US" sz="2000" b="0" i="0" kern="1200" dirty="0" smtClean="0">
          <a:solidFill>
            <a:schemeClr val="tx1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2pPr>
      <a:lvl3pPr marL="746106" indent="-166684" algn="l" defTabSz="64006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tabLst/>
        <a:defRPr lang="en-US" sz="1800" b="0" i="0" kern="1200" dirty="0" smtClean="0">
          <a:solidFill>
            <a:schemeClr val="tx1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3pPr>
      <a:lvl4pPr marL="979463" indent="-173034" algn="l" defTabSz="64006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.AppleSystemUIFont" charset="0"/>
        <a:buChar char="-"/>
        <a:tabLst/>
        <a:defRPr lang="en-US" sz="1600" b="0" i="0" kern="1200" dirty="0" smtClean="0">
          <a:solidFill>
            <a:schemeClr val="tx1"/>
          </a:solidFill>
          <a:latin typeface="Arial" panose="020B0604020202020204" pitchFamily="34" charset="0"/>
          <a:ea typeface="Helvetica Neue" panose="02000503000000020004" pitchFamily="2" charset="0"/>
          <a:cs typeface="Arial" panose="020B0604020202020204" pitchFamily="34" charset="0"/>
        </a:defRPr>
      </a:lvl4pPr>
      <a:lvl5pPr marL="1312830" indent="-227007" algn="l" defTabSz="640064" rtl="0" eaLnBrk="1" latinLnBrk="0" hangingPunct="1">
        <a:lnSpc>
          <a:spcPct val="200000"/>
        </a:lnSpc>
        <a:spcBef>
          <a:spcPts val="0"/>
        </a:spcBef>
        <a:buClr>
          <a:srgbClr val="18A3AC"/>
        </a:buClr>
        <a:buSzPct val="80000"/>
        <a:buFont typeface="Wingdings" charset="2"/>
        <a:buChar char="§"/>
        <a:defRPr lang="en-US" sz="2000" b="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identity.ucsf.edu/powerpoint" TargetMode="Externa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FBD2ED-8A36-BB43-9EF4-AA96439BC20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4BD89E-1E41-D74A-9D52-2E2471F3F449}" type="datetime1">
              <a:rPr lang="en-US" smtClean="0"/>
              <a:t>1/5/22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C5C1B-281B-8E40-AE3B-01687C42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(title) PowerPoint Template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6B7CCA-B546-7A4E-91C5-B79401EA52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(subtitle optional) See following slides for tips on how to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91454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Welcome to your template! </a:t>
            </a:r>
          </a:p>
          <a:p>
            <a:r>
              <a:rPr lang="en-US" dirty="0"/>
              <a:t>To explore slide and style options, head to the ‘New Slide’ button on your toolbar and select the arrow next to it. </a:t>
            </a:r>
          </a:p>
          <a:p>
            <a:r>
              <a:rPr lang="en-US" dirty="0"/>
              <a:t>You will find </a:t>
            </a:r>
            <a:r>
              <a:rPr lang="en-US" u="sng" dirty="0"/>
              <a:t>two design themes</a:t>
            </a:r>
            <a:r>
              <a:rPr lang="en-US" dirty="0"/>
              <a:t>: classic &amp; contemporary.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93932F-DD3A-7C49-A488-5F537197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7294E-7F65-FC4A-AE16-2DC18CBF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44362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507498-ABC2-894A-9F79-061E9D4B13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19E46-62D4-4F47-97D3-B709C636E3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B57D70-7C9E-9243-AE2E-396D505C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Themes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DAF47F-2261-314F-9DB3-08BBF9EC67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What’s the difference? Choose the design theme that best suits your presentation needs.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94970-8733-BC45-91CB-AE3676E45E6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Classic</a:t>
            </a:r>
          </a:p>
          <a:p>
            <a:r>
              <a:rPr lang="en-US" sz="1800" dirty="0"/>
              <a:t>A more traditional design</a:t>
            </a:r>
          </a:p>
          <a:p>
            <a:r>
              <a:rPr lang="en-US" sz="1800" dirty="0"/>
              <a:t>Great for </a:t>
            </a:r>
            <a:endParaRPr lang="en-US" sz="2000" dirty="0"/>
          </a:p>
          <a:p>
            <a:pPr lvl="1"/>
            <a:r>
              <a:rPr lang="en-US" sz="1600" dirty="0"/>
              <a:t>Internal meetings</a:t>
            </a:r>
          </a:p>
          <a:p>
            <a:pPr lvl="1"/>
            <a:r>
              <a:rPr lang="en-US" sz="1600" dirty="0"/>
              <a:t>Printing: the mainly white design will use minimal ink and guarantee easy legibility</a:t>
            </a:r>
          </a:p>
          <a:p>
            <a:pPr lvl="1"/>
            <a:r>
              <a:rPr lang="en-US" sz="1600" dirty="0"/>
              <a:t>More traditional, academic or corporate audiences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1960155-20C8-004C-AE2C-BDF633BB709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Contemporary</a:t>
            </a:r>
          </a:p>
          <a:p>
            <a:r>
              <a:rPr lang="en-US" sz="1800" dirty="0"/>
              <a:t>A more modern &amp; colorful design</a:t>
            </a:r>
          </a:p>
          <a:p>
            <a:r>
              <a:rPr lang="en-US" sz="1800" dirty="0"/>
              <a:t>Great for </a:t>
            </a:r>
          </a:p>
          <a:p>
            <a:pPr lvl="1"/>
            <a:r>
              <a:rPr lang="en-US" sz="1600" dirty="0"/>
              <a:t>Larger presentations &amp; conferences</a:t>
            </a:r>
          </a:p>
          <a:p>
            <a:pPr lvl="1"/>
            <a:r>
              <a:rPr lang="en-US" sz="1600" dirty="0"/>
              <a:t>Digital viewing, like webinars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22274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456438-9525-4C4E-AFCC-22E2588A4C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3CCD84-4F77-7C45-A5E6-56E14D9926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9A3B49-F188-C34E-BA9F-D542FA47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and Usage Instructions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EF2DD-EC2B-F34C-AE19-B3B455A21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685" y="1003384"/>
            <a:ext cx="8137665" cy="2932045"/>
          </a:xfrm>
        </p:spPr>
        <p:txBody>
          <a:bodyPr/>
          <a:lstStyle/>
          <a:p>
            <a:r>
              <a:rPr lang="en-US" sz="1200" dirty="0"/>
              <a:t>Size: available in both 4:3 and 16:9 aspect ratios.</a:t>
            </a:r>
          </a:p>
          <a:p>
            <a:r>
              <a:rPr lang="en-US" sz="1200" dirty="0"/>
              <a:t>Slide designs: built with a variety of slide designs including: bullets, charts, quotes, and sections headers, as well as options for title and closing slides.</a:t>
            </a:r>
          </a:p>
          <a:p>
            <a:r>
              <a:rPr lang="en-US" sz="1200" dirty="0"/>
              <a:t>Visit </a:t>
            </a:r>
            <a:r>
              <a:rPr lang="en-US" sz="1200" dirty="0">
                <a:hlinkClick r:id="rId2"/>
              </a:rPr>
              <a:t>identity.ucsf.edu/powerpoint </a:t>
            </a:r>
            <a:r>
              <a:rPr lang="en-US" sz="1200" dirty="0"/>
              <a:t>for:</a:t>
            </a:r>
          </a:p>
          <a:p>
            <a:pPr marL="746118" lvl="1" indent="-457200">
              <a:buFont typeface="+mj-lt"/>
              <a:buAutoNum type="arabicPeriod"/>
            </a:pPr>
            <a:r>
              <a:rPr lang="en-US" sz="1100" dirty="0"/>
              <a:t>Guidelines on how to use and customize the PowerPoint template, including:</a:t>
            </a:r>
          </a:p>
          <a:p>
            <a:pPr lvl="2"/>
            <a:r>
              <a:rPr lang="en-US" sz="1050" dirty="0"/>
              <a:t>Adding your official department logo lockup to the title slide</a:t>
            </a:r>
          </a:p>
          <a:p>
            <a:pPr lvl="2"/>
            <a:r>
              <a:rPr lang="en-US" sz="1050" dirty="0"/>
              <a:t>Adding new photography to title slide</a:t>
            </a:r>
          </a:p>
          <a:p>
            <a:pPr lvl="2"/>
            <a:r>
              <a:rPr lang="en-US" sz="1050" dirty="0"/>
              <a:t>And overall PowerPoint best practices</a:t>
            </a:r>
          </a:p>
          <a:p>
            <a:pPr marL="746118" lvl="1" indent="-457200">
              <a:buClr>
                <a:srgbClr val="052049"/>
              </a:buClr>
              <a:buFont typeface="+mj-lt"/>
              <a:buAutoNum type="arabicPeriod"/>
            </a:pPr>
            <a:r>
              <a:rPr lang="en-US" sz="1100" dirty="0">
                <a:solidFill>
                  <a:srgbClr val="052049"/>
                </a:solidFill>
              </a:rPr>
              <a:t>“About UCSF” slides: pre-formatted and populated with up-to-date facts &amp; figures, the UCSF mission, vision, and more</a:t>
            </a:r>
          </a:p>
          <a:p>
            <a:pPr lvl="0">
              <a:buClr>
                <a:srgbClr val="178CCB"/>
              </a:buClr>
            </a:pPr>
            <a:r>
              <a:rPr lang="en-US" sz="1200" dirty="0"/>
              <a:t>When pasting slides from another deck, to limit rouge layouts appearing in the new template:</a:t>
            </a:r>
          </a:p>
          <a:p>
            <a:pPr lvl="1">
              <a:buClr>
                <a:schemeClr val="tx1"/>
              </a:buClr>
            </a:pPr>
            <a:r>
              <a:rPr lang="en-US" sz="1200" dirty="0">
                <a:solidFill>
                  <a:srgbClr val="052049"/>
                </a:solidFill>
              </a:rPr>
              <a:t>Right click the selected slide, and then click COPY.</a:t>
            </a:r>
          </a:p>
          <a:p>
            <a:pPr lvl="1">
              <a:buClr>
                <a:schemeClr val="tx1"/>
              </a:buClr>
            </a:pPr>
            <a:r>
              <a:rPr lang="en-US" sz="1200" dirty="0">
                <a:solidFill>
                  <a:srgbClr val="052049"/>
                </a:solidFill>
              </a:rPr>
              <a:t>In the template, right click to show Paste Options, and click ‘Use Destination Theme’.</a:t>
            </a:r>
          </a:p>
          <a:p>
            <a:pPr lvl="1">
              <a:buClr>
                <a:schemeClr val="tx1"/>
              </a:buClr>
            </a:pPr>
            <a:r>
              <a:rPr lang="en-US" sz="1200" dirty="0">
                <a:solidFill>
                  <a:srgbClr val="052049"/>
                </a:solidFill>
              </a:rPr>
              <a:t>Your slides should appear in the new template.</a:t>
            </a:r>
          </a:p>
          <a:p>
            <a:pPr lvl="2">
              <a:buClr>
                <a:srgbClr val="178CCB"/>
              </a:buClr>
            </a:pPr>
            <a:r>
              <a:rPr lang="en-US" sz="1050" dirty="0">
                <a:solidFill>
                  <a:srgbClr val="052049"/>
                </a:solidFill>
              </a:rPr>
              <a:t>Some manual formatting may still be required when transferring slides into the new template.</a:t>
            </a:r>
          </a:p>
          <a:p>
            <a:pPr lvl="2">
              <a:buClr>
                <a:srgbClr val="178CCB"/>
              </a:buClr>
            </a:pPr>
            <a:endParaRPr lang="en-US" sz="1050" dirty="0">
              <a:solidFill>
                <a:srgbClr val="052049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1200" dirty="0"/>
          </a:p>
          <a:p>
            <a:endParaRPr lang="en-US" sz="1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FADDF4-3901-8E4D-A8F8-A914B7638DCF}"/>
              </a:ext>
            </a:extLst>
          </p:cNvPr>
          <p:cNvGrpSpPr/>
          <p:nvPr/>
        </p:nvGrpSpPr>
        <p:grpSpPr>
          <a:xfrm>
            <a:off x="7115968" y="3695431"/>
            <a:ext cx="929848" cy="728842"/>
            <a:chOff x="980255" y="-881561"/>
            <a:chExt cx="1124684" cy="88156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6CDC12C-2839-DA43-AC58-3F895F57E2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80255" y="-881561"/>
              <a:ext cx="1124684" cy="88156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F6EAC16-715C-FC45-BF7E-422EC8D5FC08}"/>
                </a:ext>
              </a:extLst>
            </p:cNvPr>
            <p:cNvSpPr/>
            <p:nvPr/>
          </p:nvSpPr>
          <p:spPr>
            <a:xfrm>
              <a:off x="992300" y="-356891"/>
              <a:ext cx="354478" cy="356891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386617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14EF99-EEE3-9240-9652-2E8EDF7FFC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9378A-0C63-8641-B640-96E8580D7F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AB35EE-B6E3-D140-946E-10BDBF73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Brand Guidelines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268A3-3BD0-9B4F-B353-C245B5FF78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Please follow these guidelines to keep your presentation accessible and brand-consistent.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2074F7-C96C-8241-B122-32E5B7CEB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6925" y="1373526"/>
            <a:ext cx="3826840" cy="285308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Text Size</a:t>
            </a:r>
          </a:p>
          <a:p>
            <a:r>
              <a:rPr lang="en-US" dirty="0"/>
              <a:t>Header</a:t>
            </a:r>
          </a:p>
          <a:p>
            <a:pPr lvl="1"/>
            <a:r>
              <a:rPr lang="en-US" sz="3600" dirty="0">
                <a:latin typeface="+mj-lt"/>
              </a:rPr>
              <a:t>Garamond 36pt</a:t>
            </a:r>
          </a:p>
          <a:p>
            <a:r>
              <a:rPr lang="en-US" dirty="0"/>
              <a:t>Sub-header</a:t>
            </a:r>
          </a:p>
          <a:p>
            <a:pPr lvl="1"/>
            <a:r>
              <a:rPr lang="en-US" sz="1800" dirty="0"/>
              <a:t>Arial 18pt</a:t>
            </a:r>
          </a:p>
          <a:p>
            <a:r>
              <a:rPr lang="en-US" dirty="0"/>
              <a:t>Content</a:t>
            </a:r>
          </a:p>
          <a:p>
            <a:pPr lvl="1"/>
            <a:r>
              <a:rPr lang="en-US" sz="2200" dirty="0"/>
              <a:t>Arial 22pt</a:t>
            </a:r>
          </a:p>
          <a:p>
            <a:r>
              <a:rPr lang="en-US" sz="1400" dirty="0"/>
              <a:t>No smaller than 14 </a:t>
            </a:r>
            <a:r>
              <a:rPr lang="en-US" sz="1400" dirty="0" err="1"/>
              <a:t>pt</a:t>
            </a:r>
            <a:r>
              <a:rPr lang="en-US" sz="1400" dirty="0"/>
              <a:t> when needed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6D72B4A-DE94-A34E-AF6D-73C38AF173C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90386" y="1373526"/>
            <a:ext cx="3896690" cy="301828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Pattern Usage</a:t>
            </a:r>
          </a:p>
          <a:p>
            <a:r>
              <a:rPr lang="en-US" dirty="0"/>
              <a:t>DO NOT </a:t>
            </a:r>
          </a:p>
          <a:p>
            <a:pPr lvl="1"/>
            <a:r>
              <a:rPr lang="en-US" sz="1600" dirty="0"/>
              <a:t>Stretch patterns</a:t>
            </a:r>
          </a:p>
          <a:p>
            <a:pPr lvl="1"/>
            <a:r>
              <a:rPr lang="en-US" sz="1600" dirty="0"/>
              <a:t>Crop pattern mid-page</a:t>
            </a:r>
          </a:p>
          <a:p>
            <a:pPr lvl="1"/>
            <a:r>
              <a:rPr lang="en-US" sz="1600" dirty="0"/>
              <a:t>Use more than one pattern per page</a:t>
            </a:r>
          </a:p>
          <a:p>
            <a:pPr lvl="1"/>
            <a:r>
              <a:rPr lang="en-US" sz="1600" dirty="0"/>
              <a:t>Use pattern outside master template</a:t>
            </a:r>
          </a:p>
          <a:p>
            <a:pPr lvl="1"/>
            <a:r>
              <a:rPr lang="en-US" sz="1600" dirty="0"/>
              <a:t>Use pattern when picture is present (vice versa)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95763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7ADBD42-AD5A-8245-8245-91AD3260B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Your Presentation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49B397-E844-FC40-857E-B78C2E7AA4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Optimal File Saving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ABBDBD4-478C-6B4F-BD93-0B6D39665C25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lvl="0" indent="0">
              <a:buClr>
                <a:srgbClr val="178CCB"/>
              </a:buClr>
              <a:buNone/>
            </a:pPr>
            <a:r>
              <a:rPr lang="en-US" dirty="0">
                <a:solidFill>
                  <a:srgbClr val="052049"/>
                </a:solidFill>
              </a:rPr>
              <a:t>Before Saving: </a:t>
            </a:r>
          </a:p>
          <a:p>
            <a:pPr marL="0" lvl="0" indent="0">
              <a:buClr>
                <a:srgbClr val="178CCB"/>
              </a:buClr>
              <a:buNone/>
            </a:pPr>
            <a:r>
              <a:rPr lang="en-US" sz="1800" dirty="0">
                <a:solidFill>
                  <a:srgbClr val="052049"/>
                </a:solidFill>
              </a:rPr>
              <a:t>Make sure Footers are updated with Presentation Title</a:t>
            </a:r>
          </a:p>
          <a:p>
            <a:pPr marL="0" lvl="0" indent="0">
              <a:buClr>
                <a:srgbClr val="178CCB"/>
              </a:buClr>
              <a:buNone/>
            </a:pPr>
            <a:r>
              <a:rPr lang="en-US" sz="1400" dirty="0">
                <a:solidFill>
                  <a:srgbClr val="052049"/>
                </a:solidFill>
              </a:rPr>
              <a:t>Select Insert &gt; Select Header &amp; Footer &gt; Update Footer section with your presentation title &gt; Select Apply to All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33210DE-B92B-6D4E-AE04-163F126FCE7A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lvl="0" indent="0">
              <a:lnSpc>
                <a:spcPct val="120000"/>
              </a:lnSpc>
              <a:spcAft>
                <a:spcPts val="0"/>
              </a:spcAft>
              <a:buClr>
                <a:srgbClr val="178CCB"/>
              </a:buClr>
              <a:buNone/>
            </a:pPr>
            <a:r>
              <a:rPr lang="en-US" dirty="0">
                <a:solidFill>
                  <a:srgbClr val="052049"/>
                </a:solidFill>
              </a:rPr>
              <a:t>File size: 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Clr>
                <a:srgbClr val="178CCB"/>
              </a:buClr>
              <a:buNone/>
            </a:pPr>
            <a:r>
              <a:rPr lang="en-US" sz="1800" dirty="0">
                <a:solidFill>
                  <a:srgbClr val="052049"/>
                </a:solidFill>
              </a:rPr>
              <a:t>If you add images, compress the images to reduce file size. 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Clr>
                <a:srgbClr val="178CCB"/>
              </a:buClr>
              <a:buNone/>
            </a:pPr>
            <a:r>
              <a:rPr lang="en-US" sz="1400" dirty="0">
                <a:solidFill>
                  <a:srgbClr val="052049"/>
                </a:solidFill>
              </a:rPr>
              <a:t>Select File &gt; Select Compress Pictures &gt; Set picture quality to On-Screen 150 dpi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Clr>
                <a:srgbClr val="178CCB"/>
              </a:buClr>
            </a:pPr>
            <a:endParaRPr lang="en-US" dirty="0">
              <a:solidFill>
                <a:srgbClr val="052049"/>
              </a:solidFill>
            </a:endParaRP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Clr>
                <a:srgbClr val="178CCB"/>
              </a:buClr>
              <a:buNone/>
            </a:pPr>
            <a:r>
              <a:rPr lang="en-US" sz="1800" dirty="0">
                <a:solidFill>
                  <a:srgbClr val="052049"/>
                </a:solidFill>
              </a:rPr>
              <a:t>Delete unused master slides to keep final deck size as small as possible </a:t>
            </a:r>
          </a:p>
          <a:p>
            <a:pPr lvl="0">
              <a:lnSpc>
                <a:spcPct val="120000"/>
              </a:lnSpc>
              <a:spcAft>
                <a:spcPts val="0"/>
              </a:spcAft>
              <a:buClr>
                <a:srgbClr val="178CCB"/>
              </a:buClr>
            </a:pPr>
            <a:endParaRPr lang="en-US" dirty="0">
              <a:solidFill>
                <a:srgbClr val="052049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BFCE71-505C-B84D-AC96-C3ECE38EB3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070B77-FDEC-E54F-BDDF-F70B9E005B7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BCC8D0D-EAEC-449D-9161-023DFF90F2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94511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UCSF Classic">
  <a:themeElements>
    <a:clrScheme name="UCSF 1">
      <a:dk1>
        <a:srgbClr val="052049"/>
      </a:dk1>
      <a:lt1>
        <a:srgbClr val="FFFFFF"/>
      </a:lt1>
      <a:dk2>
        <a:srgbClr val="052049"/>
      </a:dk2>
      <a:lt2>
        <a:srgbClr val="FFFFFF"/>
      </a:lt2>
      <a:accent1>
        <a:srgbClr val="0093D0"/>
      </a:accent1>
      <a:accent2>
        <a:srgbClr val="16A0AC"/>
      </a:accent2>
      <a:accent3>
        <a:srgbClr val="32A03E"/>
      </a:accent3>
      <a:accent4>
        <a:srgbClr val="A238BA"/>
      </a:accent4>
      <a:accent5>
        <a:srgbClr val="C32882"/>
      </a:accent5>
      <a:accent6>
        <a:srgbClr val="6C61D0"/>
      </a:accent6>
      <a:hlink>
        <a:srgbClr val="178CCB"/>
      </a:hlink>
      <a:folHlink>
        <a:srgbClr val="5F5F5F"/>
      </a:folHlink>
    </a:clrScheme>
    <a:fontScheme name="UCSF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noAutofit/>
      </a:bodyPr>
      <a:lstStyle>
        <a:defPPr marL="342900" indent="-342900">
          <a:buClr>
            <a:schemeClr val="accent1"/>
          </a:buClr>
          <a:buSzPct val="80000"/>
          <a:buFont typeface="Wingdings" charset="2"/>
          <a:buChar char="§"/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3_UCSF-16x9-FontA_test2" id="{24DA3907-1B0C-0B4F-8531-D21433304D1E}" vid="{D9C2AF2E-EB53-994D-B007-E3AEEE4B0E8B}"/>
    </a:ext>
  </a:extLst>
</a:theme>
</file>

<file path=ppt/theme/theme2.xml><?xml version="1.0" encoding="utf-8"?>
<a:theme xmlns:a="http://schemas.openxmlformats.org/drawingml/2006/main" name="UCSF Contemporary Pattern 1">
  <a:themeElements>
    <a:clrScheme name="USCF Template">
      <a:dk1>
        <a:srgbClr val="052049"/>
      </a:dk1>
      <a:lt1>
        <a:srgbClr val="FFFFFF"/>
      </a:lt1>
      <a:dk2>
        <a:srgbClr val="052049"/>
      </a:dk2>
      <a:lt2>
        <a:srgbClr val="FFFFFF"/>
      </a:lt2>
      <a:accent1>
        <a:srgbClr val="178CCB"/>
      </a:accent1>
      <a:accent2>
        <a:srgbClr val="16A0AC"/>
      </a:accent2>
      <a:accent3>
        <a:srgbClr val="32A03E"/>
      </a:accent3>
      <a:accent4>
        <a:srgbClr val="6E61D7"/>
      </a:accent4>
      <a:accent5>
        <a:srgbClr val="A238BA"/>
      </a:accent5>
      <a:accent6>
        <a:srgbClr val="C32882"/>
      </a:accent6>
      <a:hlink>
        <a:srgbClr val="178CCB"/>
      </a:hlink>
      <a:folHlink>
        <a:srgbClr val="5F5F5F"/>
      </a:folHlink>
    </a:clrScheme>
    <a:fontScheme name="UCSF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3_UCSF-16x9-FontA_test2" id="{24DA3907-1B0C-0B4F-8531-D21433304D1E}" vid="{5AF78529-A89B-1E41-BE10-0E2BEF66F84E}"/>
    </a:ext>
  </a:extLst>
</a:theme>
</file>

<file path=ppt/theme/theme3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BFD5D484ED57438231C5F4848B6EC7" ma:contentTypeVersion="0" ma:contentTypeDescription="Create a new document." ma:contentTypeScope="" ma:versionID="48808eaeca51724a2208bf8797897858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686649-89C0-47C3-BB59-3DECE68F34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DB48DB2A-A2BB-49B9-B517-04CB45F2482A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8A51949-CE2D-4D1D-81B7-CD96A13119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e3_UCSF-16x9-FontA_Draft4 (1)</Template>
  <TotalTime>3068</TotalTime>
  <Words>476</Words>
  <Application>Microsoft Macintosh PowerPoint</Application>
  <PresentationFormat>On-screen Show (16:9)</PresentationFormat>
  <Paragraphs>73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.AppleSystemUIFont</vt:lpstr>
      <vt:lpstr>Arial</vt:lpstr>
      <vt:lpstr>Garamond</vt:lpstr>
      <vt:lpstr>Wingdings</vt:lpstr>
      <vt:lpstr>UCSF Classic</vt:lpstr>
      <vt:lpstr>UCSF Contemporary Pattern 1</vt:lpstr>
      <vt:lpstr>(title) PowerPoint Template</vt:lpstr>
      <vt:lpstr>PowerPoint Presentation</vt:lpstr>
      <vt:lpstr>Design Themes</vt:lpstr>
      <vt:lpstr>Options and Usage Instructions</vt:lpstr>
      <vt:lpstr>Additional Brand Guidelines</vt:lpstr>
      <vt:lpstr>Saving Your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your template!</dc:title>
  <dc:subject>Presentation Template</dc:subject>
  <dc:creator>Microsoft Office User</dc:creator>
  <dc:description>Derek MacDavid | derek@bigpicdesign.com</dc:description>
  <cp:lastModifiedBy>Scott Schwertly</cp:lastModifiedBy>
  <cp:revision>116</cp:revision>
  <dcterms:created xsi:type="dcterms:W3CDTF">2017-04-18T17:07:44Z</dcterms:created>
  <dcterms:modified xsi:type="dcterms:W3CDTF">2022-01-05T18:59:01Z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0x01010009BFD5D484ED57438231C5F4848B6EC7</vt:lpwstr>
  </property>
</Properties>
</file>